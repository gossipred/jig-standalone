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8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E085050-54F2-4919-A01B-ABC191D720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CDF727-654D-4457-AA0F-EFB8DE8BA931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58FEAF-FC1B-431D-8C67-CBC9A9F7E432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E391A-62AF-4DE9-8396-E9EF24499382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42A16B-2D81-4A69-9B4B-790E3056F8BC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DBB47-60FB-4A0E-9026-DB3754C83FC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1D0849-1047-4F2E-AC73-86026FCDB0BB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95BAD5-5CB5-4ABA-BEE1-67EC3EA1D4D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23C2DA-F38F-462D-9281-43323444825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86E3A2-924D-413E-9A64-4C342D6D4F0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8F7762-2DB1-4AD8-A780-AD5A808C80B8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BDA592-AD8A-4C1F-ADA0-F188506BC4EE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4FB8B5-D5BF-4109-A516-5FA71113167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D6359C-5120-4872-B671-1518F83ACF0B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8350E5-05BD-42BA-81D4-1A5DF173AC5F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2F3D70-AC34-4D7C-8463-4784DDB5FA37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23E09D-CF81-46A4-A5C9-FA47D36CC11E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1EE4C0-21B1-4CD8-AFE3-7736B4EBEF74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FAA439-310B-48E3-94AF-C365641B3A06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950FF2-06E9-4BAB-9FF7-22C21C5170B4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D2255C-A80D-4314-9B7A-AD10D1CD019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E02185-C732-4E67-9090-E2012672066A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2531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3E9D090-82A5-4BC9-9035-0C6CEAEFDE9A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1721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DB480E17-752F-4DF5-B6A7-EFB67BA1A72B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1721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F110CF-9D9F-41FC-B290-E5B3472B414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38200" cy="76200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CD991D-1839-4C89-8082-1AD94A88D242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9239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Jig &amp; Toolings</a:t>
            </a:r>
          </a:p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Management System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1C6AF2-CF6D-400A-B22E-756594B4BD13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E5F2"/>
                </a:solidFill>
                <a:latin typeface="Aptos"/>
                <a:ea typeface="Aptos"/>
                <a:cs typeface="Aptos"/>
              </a:rPr>
              <a:t>治具及模具管理系統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879F5B-7525-4E74-832C-2E332FADC2A4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7334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B9C6D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C6D3"/>
                </a:solidFill>
                <a:latin typeface="Aptos"/>
                <a:ea typeface="Aptos"/>
                <a:cs typeface="Aptos"/>
              </a:rPr>
              <a:t>A Java Spring Boot graduation project for managing fixture/tooling master data, files, permissions, and change records.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5B512C-0856-455F-BEBE-3C0C72DFBFEB}"/>
              </a:ext>
            </a:extLst>
          </p:cNvPr>
          <p:cNvSpPr>
            <a:spLocks noGrp="1"/>
          </p:cNvSpPr>
          <p:nvPr/>
        </p:nvSpPr>
        <p:spPr>
          <a:xfrm>
            <a:off x="8524875" y="1333500"/>
            <a:ext cx="2381250" cy="2381250"/>
          </a:xfrm>
          <a:prstGeom prst="rect">
            <a:avLst/>
          </a:prstGeom>
          <a:solidFill>
            <a:srgbClr val="1F6FEB">
              <a:alpha val="13333"/>
            </a:srgbClr>
          </a:solidFill>
          <a:ln w="19050">
            <a:solidFill>
              <a:srgbClr val="4F8FF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C014AD-1E39-4735-8F94-6F6019E7DDC6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1714500" cy="209550"/>
          </a:xfrm>
          <a:prstGeom prst="rect">
            <a:avLst/>
          </a:prstGeom>
          <a:solidFill>
            <a:srgbClr val="4F8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DF2AAA-E327-4A95-8A93-1336362A13E3}"/>
              </a:ext>
            </a:extLst>
          </p:cNvPr>
          <p:cNvSpPr>
            <a:spLocks noGrp="1"/>
          </p:cNvSpPr>
          <p:nvPr/>
        </p:nvSpPr>
        <p:spPr>
          <a:xfrm>
            <a:off x="8858250" y="2095500"/>
            <a:ext cx="1714500" cy="209550"/>
          </a:xfrm>
          <a:prstGeom prst="rect">
            <a:avLst/>
          </a:prstGeom>
          <a:solidFill>
            <a:srgbClr val="4F8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61CC303-F29A-4D66-9D9D-B5206AD7742E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714500" cy="209550"/>
          </a:xfrm>
          <a:prstGeom prst="rect">
            <a:avLst/>
          </a:prstGeom>
          <a:solidFill>
            <a:srgbClr val="4F8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9F3A84-A1DD-40A9-ABDF-029BCD367483}"/>
              </a:ext>
            </a:extLst>
          </p:cNvPr>
          <p:cNvSpPr>
            <a:spLocks noGrp="1"/>
          </p:cNvSpPr>
          <p:nvPr/>
        </p:nvSpPr>
        <p:spPr>
          <a:xfrm>
            <a:off x="8667750" y="41148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Java 17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Spring Boot + MySQL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C41D02-9664-411C-864A-8ACCB3667480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D0DA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0DAE5"/>
                </a:solidFill>
                <a:latin typeface="Aptos"/>
                <a:ea typeface="Aptos"/>
                <a:cs typeface="Aptos"/>
              </a:rPr>
              <a:t>Course: Java 程式設計  |  Author: JJ</a:t>
            </a:r>
          </a:p>
        </p:txBody>
      </p:sp>
    </p:spTree>
    <p:extLst>
      <p:ext uri="{BB962C8B-B14F-4D97-AF65-F5344CB8AC3E}">
        <p14:creationId xmlns:p14="http://schemas.microsoft.com/office/powerpoint/2010/main" val="18684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9D6D3AF2-6CE4-47F5-A958-BB197F04D9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1EF29-E955-4B67-A15F-C48BAF073B82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5CA08A-25F6-43A5-8DEF-AA0C680E7D65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67C27-A9FC-49C5-A688-7A11918FDBA4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D1C58B-B4A1-40E8-977C-65A928FADCB6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D6DC72-E345-44BC-8489-1DD7296391A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D4E0C3-D549-47E4-9D44-A56AD24F02DE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4B6CA2-F759-492B-A837-B46EB864178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983FCF-E3D5-4B8D-BCA1-9AC79DEB525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CE0782-578D-4FA7-A2A4-807377E8E8C2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306AAF-54A4-4F36-91FD-5D8D962C3E5F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5A8AA9-2AD6-41BE-892B-A765B6ED635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1BE8B3-70DF-4F5E-BCE0-A8A6B7D4F7E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E1FF49-8A26-4D16-BC95-5A4650C3E94E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7B0C31-3DB6-4DB9-B40B-E61125E951E5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439413-C916-470E-8DEC-2F5DCD852AC4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2BED79-26BD-459B-B1BB-B6D90877040E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90F9F5-94C4-40F3-A643-8A7896A16E26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01595D-A92C-4C37-B384-2B2401DB5166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5D8700-1831-4592-B5B1-4FDA65E9E01F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1395D1-3F02-4B24-ACBF-FC1CE9DE52C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7D91CF-A4AD-43F3-B86A-498366E700A0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D47B914-0B3B-467B-A08F-D9AE749AA0F2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178C7357-27C6-480E-9485-734A96AC5B58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CEBBF4-69C2-4806-BE15-BF3E11734F8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Project Motivation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376013-F179-4525-94FA-32C02149BFC4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From factory pain points to a Java web system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133DAE-89C9-4534-8D2A-E3E651F0A0E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4823F6B-0002-4830-BA30-1F4E22A12C7D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C939F5-A3A5-4CDE-851F-2C6AB116EE7C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57150" cy="16192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73EB84-6C94-4FF5-9D46-9C6EF8752F80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2895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Scattered Records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E57BA5-B611-48B1-AF87-FB1C8CC4E6E5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895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Excel, paper notes, personal folders, and drawing files are hard to search and easy to lose.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9D2BC2-C21D-4134-A076-A749005CD85E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26946D4-71DB-4B69-B8FB-01E3E230A22F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57150" cy="1619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3565F0-D676-4D7F-9195-D40099B11C40}"/>
              </a:ext>
            </a:extLst>
          </p:cNvPr>
          <p:cNvSpPr>
            <a:spLocks noGrp="1"/>
          </p:cNvSpPr>
          <p:nvPr/>
        </p:nvSpPr>
        <p:spPr>
          <a:xfrm>
            <a:off x="4686300" y="1828800"/>
            <a:ext cx="2895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 Traceability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698264-C690-407C-BD9A-9CC331BA1C64}"/>
              </a:ext>
            </a:extLst>
          </p:cNvPr>
          <p:cNvSpPr>
            <a:spLocks noGrp="1"/>
          </p:cNvSpPr>
          <p:nvPr/>
        </p:nvSpPr>
        <p:spPr>
          <a:xfrm>
            <a:off x="4686300" y="2209800"/>
            <a:ext cx="2895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When a status or due date changes, users need to know who changed it and what changed.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6E65C8-A9B3-4910-8CD1-486144A2FA3F}"/>
              </a:ext>
            </a:extLst>
          </p:cNvPr>
          <p:cNvSpPr>
            <a:spLocks noGrp="1"/>
          </p:cNvSpPr>
          <p:nvPr/>
        </p:nvSpPr>
        <p:spPr>
          <a:xfrm>
            <a:off x="8248650" y="1657350"/>
            <a:ext cx="3238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FFFC7A-2BDC-4700-99C2-5BBBC9601795}"/>
              </a:ext>
            </a:extLst>
          </p:cNvPr>
          <p:cNvSpPr>
            <a:spLocks noGrp="1"/>
          </p:cNvSpPr>
          <p:nvPr/>
        </p:nvSpPr>
        <p:spPr>
          <a:xfrm>
            <a:off x="8248650" y="1657350"/>
            <a:ext cx="57150" cy="1619250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52AD3C-17B6-4F4E-8AB7-B7C18CCEA617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895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Permission Risk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A00453-A0DF-4258-A4D3-EDC5DFB93FE2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895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Operators, engineers, supervisors, and admins should not share the same system permissions.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832724B-3494-4BA0-A818-3949B052C462}"/>
              </a:ext>
            </a:extLst>
          </p:cNvPr>
          <p:cNvSpPr>
            <a:spLocks noGrp="1"/>
          </p:cNvSpPr>
          <p:nvPr/>
        </p:nvSpPr>
        <p:spPr>
          <a:xfrm>
            <a:off x="1143000" y="4038600"/>
            <a:ext cx="9906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Goal: turn real engineering management experience into a usable Java Spring Boot application.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5C7AA8-A234-438F-81CB-B83022E4A063}"/>
              </a:ext>
            </a:extLst>
          </p:cNvPr>
          <p:cNvSpPr>
            <a:spLocks noGrp="1"/>
          </p:cNvSpPr>
          <p:nvPr/>
        </p:nvSpPr>
        <p:spPr>
          <a:xfrm>
            <a:off x="2019300" y="5143500"/>
            <a:ext cx="8153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目標：把現場治具/模具管理問題，轉成可登入、可查詢、可追蹤、可移交的系統。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8FB8A1-83DD-46A4-9A5C-2457970F985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855EFFD-A719-4927-91B5-9BDCADA76C5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234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59776CEB-7AF9-4C05-9738-4FAD2E72CE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0F5DB3-4F20-44DD-B701-B448B4F3F2CB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7D534D-103B-4399-8FB4-3242B52A59AD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67099A-D7D5-4EE6-ABEA-26CA39F1D08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941974-65DA-41EA-B121-91066FCA47AA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2E9B9D-1803-41E9-AA3E-BEF1139DD71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152C18-ACFC-4AF3-B1B8-C15ACD7BA31B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D01C11-3085-4CC4-AA61-EB79C6385A4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27F427-06D0-44EA-AD24-0BA2CF2E814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874767-014A-4D54-B69E-DB6ED279613F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8CEA90-EB96-484F-838F-56A0BFB44DA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6D99DE-D35D-4E34-84D3-E9AD053C062C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C67DC8-258D-40A1-B174-851940D87772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5F622-F0D4-4E8D-B394-90A00B101D29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46295-7590-4742-8D63-E1506B0AF889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208839-34F8-4A45-A5EC-09F30058D4CC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2C1B6C-998D-4EC7-A720-C5C1F5BA8BE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E5B4D1-B311-4B8F-862F-3B3DC014DC92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50274B-7013-4B2A-8B12-4AA8146C27EA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20EEE9-970D-42BF-AACE-01B950B92C4B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6C4CFB-0522-44BC-9FD2-D0BF246E38D4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04CC08-06C7-48EB-9438-7D334D4096F2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40F39D5-A114-49B1-BE8A-5C3471300B38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794D238-D87B-4477-97AA-1E4CB0E65D21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B8D88-6D3A-4EAE-B573-BC16A47E4E8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Project Goals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50DAAB-8D08-49B4-9474-6B6F880AD077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the system needs to solve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82B222C-00BF-48F6-B0F1-7B5DD9CEBB3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2CEAD0-7B50-4059-AA13-89FBB991C7FF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1619250" cy="323850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69D994-5AB6-48EB-A741-B6E980C49A3C}"/>
              </a:ext>
            </a:extLst>
          </p:cNvPr>
          <p:cNvSpPr>
            <a:spLocks noGrp="1"/>
          </p:cNvSpPr>
          <p:nvPr/>
        </p:nvSpPr>
        <p:spPr>
          <a:xfrm>
            <a:off x="857250" y="162877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Master Data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B39536-5CBE-4C5E-BEBE-756742EC3BE5}"/>
              </a:ext>
            </a:extLst>
          </p:cNvPr>
          <p:cNvSpPr>
            <a:spLocks noGrp="1"/>
          </p:cNvSpPr>
          <p:nvPr/>
        </p:nvSpPr>
        <p:spPr>
          <a:xfrm>
            <a:off x="2781300" y="1562100"/>
            <a:ext cx="16192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88D58B-0921-47D1-9C01-87CCB5BEF16B}"/>
              </a:ext>
            </a:extLst>
          </p:cNvPr>
          <p:cNvSpPr>
            <a:spLocks noGrp="1"/>
          </p:cNvSpPr>
          <p:nvPr/>
        </p:nvSpPr>
        <p:spPr>
          <a:xfrm>
            <a:off x="2895600" y="162877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0ACE4D-3649-46C9-B01D-CC438B8F612E}"/>
              </a:ext>
            </a:extLst>
          </p:cNvPr>
          <p:cNvSpPr>
            <a:spLocks noGrp="1"/>
          </p:cNvSpPr>
          <p:nvPr/>
        </p:nvSpPr>
        <p:spPr>
          <a:xfrm>
            <a:off x="4819650" y="1562100"/>
            <a:ext cx="1619250" cy="3238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D0361D-16FF-475E-8847-1CBF4E2C3475}"/>
              </a:ext>
            </a:extLst>
          </p:cNvPr>
          <p:cNvSpPr>
            <a:spLocks noGrp="1"/>
          </p:cNvSpPr>
          <p:nvPr/>
        </p:nvSpPr>
        <p:spPr>
          <a:xfrm>
            <a:off x="4933950" y="162877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64E530-C1CC-4F81-9EEB-9ABAAA571E3F}"/>
              </a:ext>
            </a:extLst>
          </p:cNvPr>
          <p:cNvSpPr>
            <a:spLocks noGrp="1"/>
          </p:cNvSpPr>
          <p:nvPr/>
        </p:nvSpPr>
        <p:spPr>
          <a:xfrm>
            <a:off x="6858000" y="1562100"/>
            <a:ext cx="1619250" cy="3238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54D1344-9EF9-4DC2-9C02-25D61ACDC2D1}"/>
              </a:ext>
            </a:extLst>
          </p:cNvPr>
          <p:cNvSpPr>
            <a:spLocks noGrp="1"/>
          </p:cNvSpPr>
          <p:nvPr/>
        </p:nvSpPr>
        <p:spPr>
          <a:xfrm>
            <a:off x="6972300" y="162877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09AAEE-40CC-4417-968D-F1B7DAB87D81}"/>
              </a:ext>
            </a:extLst>
          </p:cNvPr>
          <p:cNvSpPr>
            <a:spLocks noGrp="1"/>
          </p:cNvSpPr>
          <p:nvPr/>
        </p:nvSpPr>
        <p:spPr>
          <a:xfrm>
            <a:off x="8896350" y="1562100"/>
            <a:ext cx="1619250" cy="3238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DCB87C-0926-425A-AEFA-0F61C435200B}"/>
              </a:ext>
            </a:extLst>
          </p:cNvPr>
          <p:cNvSpPr>
            <a:spLocks noGrp="1"/>
          </p:cNvSpPr>
          <p:nvPr/>
        </p:nvSpPr>
        <p:spPr>
          <a:xfrm>
            <a:off x="9010650" y="162877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6E6FC7C0-1824-455A-8118-45CFEE52B6D1}"/>
              </a:ext>
            </a:extLst>
          </p:cNvPr>
          <p:cNvSpPr>
            <a:spLocks noGrp="1"/>
          </p:cNvSpPr>
          <p:nvPr/>
        </p:nvSpPr>
        <p:spPr>
          <a:xfrm>
            <a:off x="1123950" y="2552700"/>
            <a:ext cx="85725" cy="85725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BD6F2BB-784C-4CFE-93B0-4D1383048F53}"/>
              </a:ext>
            </a:extLst>
          </p:cNvPr>
          <p:cNvSpPr>
            <a:spLocks noGrp="1"/>
          </p:cNvSpPr>
          <p:nvPr/>
        </p:nvSpPr>
        <p:spPr>
          <a:xfrm>
            <a:off x="1314450" y="247650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Manage jig and tooling master data in one system.</a:t>
            </a: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16092C53-76F7-435D-A6C7-23699AD006F4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43BA29A-A98F-4B00-B962-3D7B07F92F3E}"/>
              </a:ext>
            </a:extLst>
          </p:cNvPr>
          <p:cNvSpPr>
            <a:spLocks noGrp="1"/>
          </p:cNvSpPr>
          <p:nvPr/>
        </p:nvSpPr>
        <p:spPr>
          <a:xfrm>
            <a:off x="1314450" y="302895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Upload and download photos, drawings, PDFs, and CAD files.</a:t>
            </a: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60CA50AA-D825-4683-BBCA-406D19E767F9}"/>
              </a:ext>
            </a:extLst>
          </p:cNvPr>
          <p:cNvSpPr>
            <a:spLocks noGrp="1"/>
          </p:cNvSpPr>
          <p:nvPr/>
        </p:nvSpPr>
        <p:spPr>
          <a:xfrm>
            <a:off x="1123950" y="3657600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12DD79-5440-465A-9C5F-339AB70FAA2A}"/>
              </a:ext>
            </a:extLst>
          </p:cNvPr>
          <p:cNvSpPr>
            <a:spLocks noGrp="1"/>
          </p:cNvSpPr>
          <p:nvPr/>
        </p:nvSpPr>
        <p:spPr>
          <a:xfrm>
            <a:off x="1314450" y="358140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Separate permissions for ADMIN, SUPERVISOR, ENGINEER, and OPERATOR.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2DD5AD62-EBED-453C-A5F4-0B2B3A08F0A5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42513F-02CA-42E3-9DF8-7EE301A59F69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Record who changed what, when, including old and new values.</a:t>
            </a: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D9A8D604-09B4-4012-8158-4416B6195F16}"/>
              </a:ext>
            </a:extLst>
          </p:cNvPr>
          <p:cNvSpPr>
            <a:spLocks noGrp="1"/>
          </p:cNvSpPr>
          <p:nvPr/>
        </p:nvSpPr>
        <p:spPr>
          <a:xfrm>
            <a:off x="1123950" y="4762500"/>
            <a:ext cx="85725" cy="85725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EDDCDEA-F67C-40D8-A993-6179D2C245E4}"/>
              </a:ext>
            </a:extLst>
          </p:cNvPr>
          <p:cNvSpPr>
            <a:spLocks noGrp="1"/>
          </p:cNvSpPr>
          <p:nvPr/>
        </p:nvSpPr>
        <p:spPr>
          <a:xfrm>
            <a:off x="1314450" y="468630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Plan for simple internal-network deployment and customer handoff.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F916075-C687-4081-837A-FCC07C0F4C1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D001028-1F07-4B68-A391-BB9F23E4667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11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0909BD1C-48CA-4E5A-ADD9-20AA3708A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0D1CCB-6BC2-4E77-9F49-FA39EB981F6B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FB6AC2-3BFE-44F6-9A6F-78690CF06E6C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477529-3C7C-44A2-A61B-F1CF14B7FF8E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5F0219-CA61-4058-B2BF-CDCC2EB3FDC4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76C90-F420-4BD3-B7AE-68FAFD67F07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0469A1-F3BB-4175-AAED-347E96BF994F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0C5A2A-2223-4E5A-A946-6204E032B6F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B16829-B662-445A-94AB-44E160B20288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7B3D80-AD40-4623-87C4-400A7EADD540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2DA0B5-BEF5-4F7A-9AF6-11F0F04E5D67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9365B6-153A-4999-96D7-D2C2053CDB46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C546E7-071D-48EE-8135-CFA9B48ACD1B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03C414-5DFD-4D25-B514-89A3EB290682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975B1C-E85B-4D33-AD1F-43ED9C608B08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E6859C-E17D-4516-910B-759DAF234ECC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1D5FF8-5529-4678-808B-B60923BF4FA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29AE0D-B6CB-45B5-9C69-01B3D7D246BC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2B387D-E090-4D97-91B1-7E18EDF4A299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A144B3-96CF-4A40-BFE9-704A1CD5111C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49C355-15FA-470D-B365-559E932FD61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D627B4-DFDA-4F59-A885-B883CA926E26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5001801-A5EC-49B7-B1C9-04781BAF2BBA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50CF37E7-5C02-41F6-BEA8-7F00AE575EA6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850B84-A1BC-42E3-90EF-54B35AE42BA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AE7299-7E38-412C-9766-C3BEAFFBA1B3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Boot MVC with database-backed security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7E10B1-D853-426C-8195-A78AE9B215F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E9AB0C-75F4-4738-83C3-70E36E01EF39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809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769194-EA3D-4AF4-A2B4-DCED7D5219A5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676878-A4B4-44BB-99F2-F3804FA1ECD0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581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 opens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localhost / intranet IP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9409E-FF82-4408-9A08-860DC47814E6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2000250" cy="1285875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62A2E6-BE2B-4DB9-A99A-C5D9AA477052}"/>
              </a:ext>
            </a:extLst>
          </p:cNvPr>
          <p:cNvSpPr>
            <a:spLocks noGrp="1"/>
          </p:cNvSpPr>
          <p:nvPr/>
        </p:nvSpPr>
        <p:spPr>
          <a:xfrm>
            <a:off x="3257550" y="19240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5B24ED-7018-4B8A-84CA-5E6A0CBE361A}"/>
              </a:ext>
            </a:extLst>
          </p:cNvPr>
          <p:cNvSpPr>
            <a:spLocks noGrp="1"/>
          </p:cNvSpPr>
          <p:nvPr/>
        </p:nvSpPr>
        <p:spPr>
          <a:xfrm>
            <a:off x="3257550" y="2209800"/>
            <a:ext cx="17716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Routes requests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returns Thymeleaf pages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136E0C-B195-4D1B-9A03-32DC1B083C38}"/>
              </a:ext>
            </a:extLst>
          </p:cNvPr>
          <p:cNvSpPr>
            <a:spLocks noGrp="1"/>
          </p:cNvSpPr>
          <p:nvPr/>
        </p:nvSpPr>
        <p:spPr>
          <a:xfrm>
            <a:off x="5810250" y="1809750"/>
            <a:ext cx="2000250" cy="1285875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3C152F-BBDE-4AF2-8AD9-DF0EEFA80B11}"/>
              </a:ext>
            </a:extLst>
          </p:cNvPr>
          <p:cNvSpPr>
            <a:spLocks noGrp="1"/>
          </p:cNvSpPr>
          <p:nvPr/>
        </p:nvSpPr>
        <p:spPr>
          <a:xfrm>
            <a:off x="5924550" y="19240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FAD64EE-0849-4949-BC8E-FC3A5B9F52AF}"/>
              </a:ext>
            </a:extLst>
          </p:cNvPr>
          <p:cNvSpPr>
            <a:spLocks noGrp="1"/>
          </p:cNvSpPr>
          <p:nvPr/>
        </p:nvSpPr>
        <p:spPr>
          <a:xfrm>
            <a:off x="5924550" y="2209800"/>
            <a:ext cx="17716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Business rules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logs, roles, numbering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97AF5D-2FCE-421A-A0AE-8935B4EAD86B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000250" cy="1285875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5AF77D-D75D-4713-B014-417AB14A3471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3B23095-CC1A-4611-88BC-AA09F8DF07B1}"/>
              </a:ext>
            </a:extLst>
          </p:cNvPr>
          <p:cNvSpPr>
            <a:spLocks noGrp="1"/>
          </p:cNvSpPr>
          <p:nvPr/>
        </p:nvSpPr>
        <p:spPr>
          <a:xfrm>
            <a:off x="8591550" y="2209800"/>
            <a:ext cx="17716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Data JPA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query and save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00DCFA4-004D-4149-95DB-910475099384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000250" cy="1095375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7344299-7EEC-4ECC-8E5F-D557056626FB}"/>
              </a:ext>
            </a:extLst>
          </p:cNvPr>
          <p:cNvSpPr>
            <a:spLocks noGrp="1"/>
          </p:cNvSpPr>
          <p:nvPr/>
        </p:nvSpPr>
        <p:spPr>
          <a:xfrm>
            <a:off x="8972550" y="41148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2A2EF54-F147-4E39-A480-75B653CA1B71}"/>
              </a:ext>
            </a:extLst>
          </p:cNvPr>
          <p:cNvSpPr>
            <a:spLocks noGrp="1"/>
          </p:cNvSpPr>
          <p:nvPr/>
        </p:nvSpPr>
        <p:spPr>
          <a:xfrm>
            <a:off x="8972550" y="4400550"/>
            <a:ext cx="17716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users, jigs, files, logs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848DAD-443C-47D4-8C01-0E2F4918E8E4}"/>
              </a:ext>
            </a:extLst>
          </p:cNvPr>
          <p:cNvSpPr>
            <a:spLocks noGrp="1"/>
          </p:cNvSpPr>
          <p:nvPr/>
        </p:nvSpPr>
        <p:spPr>
          <a:xfrm>
            <a:off x="2476500" y="245745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三角形 43">
            <a:extLst>
              <a:ext uri="{FF2B5EF4-FFF2-40B4-BE49-F238E27FC236}">
                <a16:creationId xmlns:a16="http://schemas.microsoft.com/office/drawing/2014/main" id="{F9DEF1CD-C0BE-4773-8814-3F7C723F74AE}"/>
              </a:ext>
            </a:extLst>
          </p:cNvPr>
          <p:cNvSpPr>
            <a:spLocks noGrp="1"/>
          </p:cNvSpPr>
          <p:nvPr/>
        </p:nvSpPr>
        <p:spPr>
          <a:xfrm rot="5400000">
            <a:off x="3067050" y="2409825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0471DDE-EB67-4BEF-A1F2-6CFE521E167A}"/>
              </a:ext>
            </a:extLst>
          </p:cNvPr>
          <p:cNvSpPr>
            <a:spLocks noGrp="1"/>
          </p:cNvSpPr>
          <p:nvPr/>
        </p:nvSpPr>
        <p:spPr>
          <a:xfrm>
            <a:off x="5143500" y="245745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三角形 45">
            <a:extLst>
              <a:ext uri="{FF2B5EF4-FFF2-40B4-BE49-F238E27FC236}">
                <a16:creationId xmlns:a16="http://schemas.microsoft.com/office/drawing/2014/main" id="{56D105FF-0201-405B-82C4-CFEBC26462C4}"/>
              </a:ext>
            </a:extLst>
          </p:cNvPr>
          <p:cNvSpPr>
            <a:spLocks noGrp="1"/>
          </p:cNvSpPr>
          <p:nvPr/>
        </p:nvSpPr>
        <p:spPr>
          <a:xfrm rot="5400000">
            <a:off x="5734050" y="2409825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353EDBA-41BE-4BAD-8565-22C02D25AE6E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三角形 47">
            <a:extLst>
              <a:ext uri="{FF2B5EF4-FFF2-40B4-BE49-F238E27FC236}">
                <a16:creationId xmlns:a16="http://schemas.microsoft.com/office/drawing/2014/main" id="{542F3825-7048-421C-86FC-80D4EBD8B12F}"/>
              </a:ext>
            </a:extLst>
          </p:cNvPr>
          <p:cNvSpPr>
            <a:spLocks noGrp="1"/>
          </p:cNvSpPr>
          <p:nvPr/>
        </p:nvSpPr>
        <p:spPr>
          <a:xfrm rot="5400000">
            <a:off x="8401050" y="2409825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2E5296-01AB-4CF8-A68E-8367246B381B}"/>
              </a:ext>
            </a:extLst>
          </p:cNvPr>
          <p:cNvSpPr>
            <a:spLocks noGrp="1"/>
          </p:cNvSpPr>
          <p:nvPr/>
        </p:nvSpPr>
        <p:spPr>
          <a:xfrm>
            <a:off x="1028700" y="4095750"/>
            <a:ext cx="6477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Security layer: Spring Security checks login and role-based access before protected operations.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DDADA3C-8CF2-4E2B-8932-5BFEA4EECA23}"/>
              </a:ext>
            </a:extLst>
          </p:cNvPr>
          <p:cNvSpPr>
            <a:spLocks noGrp="1"/>
          </p:cNvSpPr>
          <p:nvPr/>
        </p:nvSpPr>
        <p:spPr>
          <a:xfrm>
            <a:off x="1047750" y="504825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畫面、商業邏輯、資料庫分工清楚，比較容易維護與測試。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4671E0F-A473-45F2-A5DD-A13EF926231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D37F9C-1D62-4812-BCAB-EF0E338D7B0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DBECEA04-5205-0EF2-E428-E4684445300E}"/>
              </a:ext>
            </a:extLst>
          </p:cNvPr>
          <p:cNvCxnSpPr>
            <a:endCxn id="40" idx="0"/>
          </p:cNvCxnSpPr>
          <p:nvPr/>
        </p:nvCxnSpPr>
        <p:spPr>
          <a:xfrm>
            <a:off x="9525000" y="3095625"/>
            <a:ext cx="333375" cy="904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11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E4FD6E83-8CB1-435B-B736-7009DAF7C8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CA658D-64A8-4209-852D-6EC7C864E210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148795-E2D0-4206-B94E-EC1D0F31B358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12C357-5F6F-4B56-9B5F-438657DF034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2D855-7182-4451-A19A-656E83BA04FB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692D50-8114-4A3C-8273-F49C949970C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D3A8AA-5162-415B-B460-94A81FEFD27D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62E341-A405-4DE2-B1C5-A46ACD6A895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2F008C-F648-4DEA-A9AB-88000C315A9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D0E24D-521A-4E33-8E7B-6924564B14D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3FA8CB-8A2A-4061-B8DC-AB554CA14A30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04C43D-AD91-463E-A5D8-DCA06EC797F6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B16B0B-9A62-4C70-BB18-B096A8EB3AEB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ABD2A0-7019-42D2-B654-97FC18971455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10D11A-E741-43EE-91C8-F9C82C0753AF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4CDBC2-6250-459A-BADB-595FA9CA07EE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3AA768-3C78-47DA-93CA-2182CA4E1CA6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FCA54C-337A-4643-B79C-8CA7BFB44C96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265D5E-3754-48A4-9A6F-0507C738F451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ADE22E-2773-4909-B6E5-064D9F098427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FF5C73-F310-4820-9713-F4CCEABAE5B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0B79B2-827A-4D99-82ED-8EB885C37E8B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C3DAA207-EE8F-4756-BAEB-CFBA8AAB464B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1E0BDD1-2CF8-4667-AF18-8C72418B4360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C772D7-17D7-4234-BFD8-FA7DF58DD09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Java Technology Stack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1C07B6-63B4-401F-AA95-827F62E49FFB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Course learning applied to a complete web application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4A21F2-4CDF-412F-BAE9-29123FABEB3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00097A-D73A-4F93-92B3-B95F972BF7E2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523D22-8B87-4B45-86A6-1FDEB3B4D8B4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57150" cy="13811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061027-F8EF-4E1B-B1B0-DF04044C056D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Java 17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AC116C-1EFC-4806-B1DC-D0ED8B1F1AC0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Main programming language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5FC2D4-C01F-4F25-8A62-89F9C5E9E2D7}"/>
              </a:ext>
            </a:extLst>
          </p:cNvPr>
          <p:cNvSpPr>
            <a:spLocks noGrp="1"/>
          </p:cNvSpPr>
          <p:nvPr/>
        </p:nvSpPr>
        <p:spPr>
          <a:xfrm>
            <a:off x="3524250" y="16192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6F77613-BE4F-4B8C-A251-00E2A2A27F7B}"/>
              </a:ext>
            </a:extLst>
          </p:cNvPr>
          <p:cNvSpPr>
            <a:spLocks noGrp="1"/>
          </p:cNvSpPr>
          <p:nvPr/>
        </p:nvSpPr>
        <p:spPr>
          <a:xfrm>
            <a:off x="3524250" y="1619250"/>
            <a:ext cx="57150" cy="13811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8B32EC3-AD37-426E-9F00-36EE6DB88C20}"/>
              </a:ext>
            </a:extLst>
          </p:cNvPr>
          <p:cNvSpPr>
            <a:spLocks noGrp="1"/>
          </p:cNvSpPr>
          <p:nvPr/>
        </p:nvSpPr>
        <p:spPr>
          <a:xfrm>
            <a:off x="3733800" y="17907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10E79C9-B39E-4F9A-86D0-C0600FE23247}"/>
              </a:ext>
            </a:extLst>
          </p:cNvPr>
          <p:cNvSpPr>
            <a:spLocks noGrp="1"/>
          </p:cNvSpPr>
          <p:nvPr/>
        </p:nvSpPr>
        <p:spPr>
          <a:xfrm>
            <a:off x="3733800" y="217170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Web application framework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A7D2BC-4F30-4BAF-AB7B-40A14BBB2E3E}"/>
              </a:ext>
            </a:extLst>
          </p:cNvPr>
          <p:cNvSpPr>
            <a:spLocks noGrp="1"/>
          </p:cNvSpPr>
          <p:nvPr/>
        </p:nvSpPr>
        <p:spPr>
          <a:xfrm>
            <a:off x="6381750" y="16192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5C8FE3-2E73-4248-A958-962310154320}"/>
              </a:ext>
            </a:extLst>
          </p:cNvPr>
          <p:cNvSpPr>
            <a:spLocks noGrp="1"/>
          </p:cNvSpPr>
          <p:nvPr/>
        </p:nvSpPr>
        <p:spPr>
          <a:xfrm>
            <a:off x="6381750" y="1619250"/>
            <a:ext cx="57150" cy="13811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9717D0-C53E-4D8A-A399-71240C050668}"/>
              </a:ext>
            </a:extLst>
          </p:cNvPr>
          <p:cNvSpPr>
            <a:spLocks noGrp="1"/>
          </p:cNvSpPr>
          <p:nvPr/>
        </p:nvSpPr>
        <p:spPr>
          <a:xfrm>
            <a:off x="6591300" y="17907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Maven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C1B374-40EB-49F5-89C8-7AE7EF5A0E4A}"/>
              </a:ext>
            </a:extLst>
          </p:cNvPr>
          <p:cNvSpPr>
            <a:spLocks noGrp="1"/>
          </p:cNvSpPr>
          <p:nvPr/>
        </p:nvSpPr>
        <p:spPr>
          <a:xfrm>
            <a:off x="6591300" y="217170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Build and dependency management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04378FB-74D7-40EB-829E-6186756F372B}"/>
              </a:ext>
            </a:extLst>
          </p:cNvPr>
          <p:cNvSpPr>
            <a:spLocks noGrp="1"/>
          </p:cNvSpPr>
          <p:nvPr/>
        </p:nvSpPr>
        <p:spPr>
          <a:xfrm>
            <a:off x="9239250" y="16192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C77CF0C-4BDE-4046-9123-9DA04CB8AD85}"/>
              </a:ext>
            </a:extLst>
          </p:cNvPr>
          <p:cNvSpPr>
            <a:spLocks noGrp="1"/>
          </p:cNvSpPr>
          <p:nvPr/>
        </p:nvSpPr>
        <p:spPr>
          <a:xfrm>
            <a:off x="9239250" y="1619250"/>
            <a:ext cx="57150" cy="13811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904D9BD-8A94-48EA-A0D6-6324324A09D6}"/>
              </a:ext>
            </a:extLst>
          </p:cNvPr>
          <p:cNvSpPr>
            <a:spLocks noGrp="1"/>
          </p:cNvSpPr>
          <p:nvPr/>
        </p:nvSpPr>
        <p:spPr>
          <a:xfrm>
            <a:off x="9448800" y="179070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MySQL 8.4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F8ADC37-2442-4100-9E2A-2737D7A4106A}"/>
              </a:ext>
            </a:extLst>
          </p:cNvPr>
          <p:cNvSpPr>
            <a:spLocks noGrp="1"/>
          </p:cNvSpPr>
          <p:nvPr/>
        </p:nvSpPr>
        <p:spPr>
          <a:xfrm>
            <a:off x="9448800" y="217170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Production relational database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C5C94D-DE23-4DD2-8B42-069E1CEF10A7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18BEA95-E6F7-454F-8EB8-39208F4E726C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57150" cy="1381125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A5C386D-0259-4761-9FE6-0B1E72B9A412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Spring Data JPA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35C9BB3-4C75-4580-862C-9C266DCBE83A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Entity and repository data access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8B2C78B-CF07-4938-B663-392AB95F9545}"/>
              </a:ext>
            </a:extLst>
          </p:cNvPr>
          <p:cNvSpPr>
            <a:spLocks noGrp="1"/>
          </p:cNvSpPr>
          <p:nvPr/>
        </p:nvSpPr>
        <p:spPr>
          <a:xfrm>
            <a:off x="3524250" y="361950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27F1218-4C25-47F8-BFCB-951DB1D25082}"/>
              </a:ext>
            </a:extLst>
          </p:cNvPr>
          <p:cNvSpPr>
            <a:spLocks noGrp="1"/>
          </p:cNvSpPr>
          <p:nvPr/>
        </p:nvSpPr>
        <p:spPr>
          <a:xfrm>
            <a:off x="3524250" y="3619500"/>
            <a:ext cx="57150" cy="1381125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5DE9E4A-D33C-4D5C-A434-6A5E4038D638}"/>
              </a:ext>
            </a:extLst>
          </p:cNvPr>
          <p:cNvSpPr>
            <a:spLocks noGrp="1"/>
          </p:cNvSpPr>
          <p:nvPr/>
        </p:nvSpPr>
        <p:spPr>
          <a:xfrm>
            <a:off x="3733800" y="3790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Spring Security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7E1C034-C8A1-42F9-9497-3F6FBA3A83F8}"/>
              </a:ext>
            </a:extLst>
          </p:cNvPr>
          <p:cNvSpPr>
            <a:spLocks noGrp="1"/>
          </p:cNvSpPr>
          <p:nvPr/>
        </p:nvSpPr>
        <p:spPr>
          <a:xfrm>
            <a:off x="3733800" y="417195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Login and role access control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F4F53DA-C622-4AB9-9094-96897628959E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85E441-D974-45BE-8C3B-A1E6B70B1FAA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3811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7F6058-5A8C-4472-85D0-29FF90952823}"/>
              </a:ext>
            </a:extLst>
          </p:cNvPr>
          <p:cNvSpPr>
            <a:spLocks noGrp="1"/>
          </p:cNvSpPr>
          <p:nvPr/>
        </p:nvSpPr>
        <p:spPr>
          <a:xfrm>
            <a:off x="6591300" y="3790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Thymeleaf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0E6E9E9-C90F-4538-AA82-068EC9643E5D}"/>
              </a:ext>
            </a:extLst>
          </p:cNvPr>
          <p:cNvSpPr>
            <a:spLocks noGrp="1"/>
          </p:cNvSpPr>
          <p:nvPr/>
        </p:nvSpPr>
        <p:spPr>
          <a:xfrm>
            <a:off x="6591300" y="417195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Server-side page templates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17C65E1-2123-43B4-B77E-5D3713ECDFA0}"/>
              </a:ext>
            </a:extLst>
          </p:cNvPr>
          <p:cNvSpPr>
            <a:spLocks noGrp="1"/>
          </p:cNvSpPr>
          <p:nvPr/>
        </p:nvSpPr>
        <p:spPr>
          <a:xfrm>
            <a:off x="9239250" y="361950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BC7393D-2956-4383-9C55-E016F90351F8}"/>
              </a:ext>
            </a:extLst>
          </p:cNvPr>
          <p:cNvSpPr>
            <a:spLocks noGrp="1"/>
          </p:cNvSpPr>
          <p:nvPr/>
        </p:nvSpPr>
        <p:spPr>
          <a:xfrm>
            <a:off x="9239250" y="3619500"/>
            <a:ext cx="57150" cy="13811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94BDCAB-5BA0-401A-9650-2C6E07AC7F3C}"/>
              </a:ext>
            </a:extLst>
          </p:cNvPr>
          <p:cNvSpPr>
            <a:spLocks noGrp="1"/>
          </p:cNvSpPr>
          <p:nvPr/>
        </p:nvSpPr>
        <p:spPr>
          <a:xfrm>
            <a:off x="9448800" y="3790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Bootstrap 5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5A3219B-16A5-464D-AE42-66BBD501FC38}"/>
              </a:ext>
            </a:extLst>
          </p:cNvPr>
          <p:cNvSpPr>
            <a:spLocks noGrp="1"/>
          </p:cNvSpPr>
          <p:nvPr/>
        </p:nvSpPr>
        <p:spPr>
          <a:xfrm>
            <a:off x="9448800" y="4171950"/>
            <a:ext cx="20383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Responsive UI components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04EA30D-A8B1-4C4B-B35B-C1BBD949ADD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4171868-34B1-41D0-9C73-CC7860B3C75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059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3A53AFA9-E84D-4000-A5DF-1550E145C0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BC30B8-9CE7-4596-BAA9-5ECEF844B0E1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2564B8-B47A-449F-9302-BE94D6A31FF1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31E951-DEC4-4141-8125-7252DECDE2FE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7DE265-8E80-4643-80B9-E5DFC8AFD873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0F678A-E0A3-4379-B41E-6266BF0A22B4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942723-1382-4DF4-B25C-3B3B72D5D309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13F3F3-4744-44C8-8D7F-93B73AB4096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E0C5DE-E51A-4301-8C91-E057EE94A08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53B566-684E-49CE-B1A6-E1DD30934883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65E624-68FA-4688-BB71-5BF0FD35A9E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9539E3-6DBF-42C2-9639-A6B4F886DA96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6AB752-8BCE-48FC-8984-F1FC8DA3B954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CFF9E0-6D8B-4F71-865B-0844D09C154E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2BAF4A-E644-4118-ABC8-A3B7227C77B4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D2781F-8E7A-43E7-8C46-DC3DD3D407BE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146176-EBFC-4B14-A4DB-6C6E2E9E2F4F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B14F68-548B-44A8-93CB-E930FEF0E97A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BEFC64-B0F5-4A92-952D-C8A3F48EE2D4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663F73-E98E-4F40-AF8C-9302B15F6E9F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242D4F-32CF-4119-9DD0-21406F3BFA34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1AB823-5679-4449-BC27-7EF4FA9D8052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F5770F8-8DDD-4A8C-87C4-D7C2DE348BFA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7745222-7C4D-4EEA-9715-40B737F4A09A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F33604-8AB4-4BF4-A010-2B3645DA9EA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Database Design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4F3EFE-5262-482E-8C24-DD729E30A446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tables and traceability relationships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772796-D18C-4D51-BD45-6A4EE657D9A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53F5F0-AE49-4E90-8985-9DB67B9718F7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1809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ABA3F9-72FF-40AB-A5C6-81E66B91ABF5}"/>
              </a:ext>
            </a:extLst>
          </p:cNvPr>
          <p:cNvSpPr>
            <a:spLocks noGrp="1"/>
          </p:cNvSpPr>
          <p:nvPr/>
        </p:nvSpPr>
        <p:spPr>
          <a:xfrm>
            <a:off x="933450" y="16383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385A32-F97B-469C-B421-A898995F4CC6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1581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account, role, enabled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16CD90-310B-487E-A6DE-112779B33E89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1809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41E6CA-E087-411E-BD19-163321B52F46}"/>
              </a:ext>
            </a:extLst>
          </p:cNvPr>
          <p:cNvSpPr>
            <a:spLocks noGrp="1"/>
          </p:cNvSpPr>
          <p:nvPr/>
        </p:nvSpPr>
        <p:spPr>
          <a:xfrm>
            <a:off x="933450" y="31623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user_logs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277885-5CA5-4B21-AFAA-1DD39507C4ED}"/>
              </a:ext>
            </a:extLst>
          </p:cNvPr>
          <p:cNvSpPr>
            <a:spLocks noGrp="1"/>
          </p:cNvSpPr>
          <p:nvPr/>
        </p:nvSpPr>
        <p:spPr>
          <a:xfrm>
            <a:off x="933450" y="3448050"/>
            <a:ext cx="1581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password, role, enabled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change history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8A13E-7036-4869-A45B-0B8D82649ED1}"/>
              </a:ext>
            </a:extLst>
          </p:cNvPr>
          <p:cNvSpPr>
            <a:spLocks noGrp="1"/>
          </p:cNvSpPr>
          <p:nvPr/>
        </p:nvSpPr>
        <p:spPr>
          <a:xfrm>
            <a:off x="3857625" y="2095500"/>
            <a:ext cx="2000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B521F0-6E91-41DB-82C6-D34AF195FCA5}"/>
              </a:ext>
            </a:extLst>
          </p:cNvPr>
          <p:cNvSpPr>
            <a:spLocks noGrp="1"/>
          </p:cNvSpPr>
          <p:nvPr/>
        </p:nvSpPr>
        <p:spPr>
          <a:xfrm>
            <a:off x="3971925" y="22098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jigs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9906F7F-066F-4DFB-ABE2-A11267E342E7}"/>
              </a:ext>
            </a:extLst>
          </p:cNvPr>
          <p:cNvSpPr>
            <a:spLocks noGrp="1"/>
          </p:cNvSpPr>
          <p:nvPr/>
        </p:nvSpPr>
        <p:spPr>
          <a:xfrm>
            <a:off x="3971925" y="2495550"/>
            <a:ext cx="17716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classification, model,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jig no., status, owner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A3B054-42B1-466F-8C39-87195D8A4051}"/>
              </a:ext>
            </a:extLst>
          </p:cNvPr>
          <p:cNvSpPr>
            <a:spLocks noGrp="1"/>
          </p:cNvSpPr>
          <p:nvPr/>
        </p:nvSpPr>
        <p:spPr>
          <a:xfrm>
            <a:off x="7239000" y="1333500"/>
            <a:ext cx="2000250" cy="1000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3ED4B51-A083-4DB4-B1B8-8C7BEB2AB7EC}"/>
              </a:ext>
            </a:extLst>
          </p:cNvPr>
          <p:cNvSpPr>
            <a:spLocks noGrp="1"/>
          </p:cNvSpPr>
          <p:nvPr/>
        </p:nvSpPr>
        <p:spPr>
          <a:xfrm>
            <a:off x="7353300" y="14478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jig_files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9A7B1D0-7EAA-495D-8B3D-D72A2827D06A}"/>
              </a:ext>
            </a:extLst>
          </p:cNvPr>
          <p:cNvSpPr>
            <a:spLocks noGrp="1"/>
          </p:cNvSpPr>
          <p:nvPr/>
        </p:nvSpPr>
        <p:spPr>
          <a:xfrm>
            <a:off x="7353300" y="1733550"/>
            <a:ext cx="17716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uploaded drawings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photos, PDF, CAD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F7AFE6-AA15-4721-9882-2E168449D0AA}"/>
              </a:ext>
            </a:extLst>
          </p:cNvPr>
          <p:cNvSpPr>
            <a:spLocks noGrp="1"/>
          </p:cNvSpPr>
          <p:nvPr/>
        </p:nvSpPr>
        <p:spPr>
          <a:xfrm>
            <a:off x="7239000" y="3143250"/>
            <a:ext cx="2000250" cy="1000125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32B239D-4B6A-432B-AEFC-D0575AF616DA}"/>
              </a:ext>
            </a:extLst>
          </p:cNvPr>
          <p:cNvSpPr>
            <a:spLocks noGrp="1"/>
          </p:cNvSpPr>
          <p:nvPr/>
        </p:nvSpPr>
        <p:spPr>
          <a:xfrm>
            <a:off x="7353300" y="32575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jig_logs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AEEF757-4E2B-4B70-80CC-960AF92020DE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17716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status, due date,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file, master changes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5DD9146-8DC1-40ED-9BF5-AEA7814F3115}"/>
              </a:ext>
            </a:extLst>
          </p:cNvPr>
          <p:cNvSpPr>
            <a:spLocks noGrp="1"/>
          </p:cNvSpPr>
          <p:nvPr/>
        </p:nvSpPr>
        <p:spPr>
          <a:xfrm>
            <a:off x="9620250" y="233362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950A950-EA7B-48F5-8C48-EDF293138D50}"/>
              </a:ext>
            </a:extLst>
          </p:cNvPr>
          <p:cNvSpPr>
            <a:spLocks noGrp="1"/>
          </p:cNvSpPr>
          <p:nvPr/>
        </p:nvSpPr>
        <p:spPr>
          <a:xfrm>
            <a:off x="9734550" y="244792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import_logs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40A883-BE84-4B16-B881-3E3FB6A5047C}"/>
              </a:ext>
            </a:extLst>
          </p:cNvPr>
          <p:cNvSpPr>
            <a:spLocks noGrp="1"/>
          </p:cNvSpPr>
          <p:nvPr/>
        </p:nvSpPr>
        <p:spPr>
          <a:xfrm>
            <a:off x="9734550" y="273367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future import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D323EEB-D562-43B2-919D-F996E7404D3E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Design focus: current state is stored in master tables; accountability is stored in log tables.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585C430-0C26-4301-A46A-5BCE1E08DE4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48DAC2A-0A15-4B45-B834-9AD0809EDBB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FD6F207F-FC18-2874-91CD-72F77536D987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2628900" y="1976438"/>
            <a:ext cx="1228725" cy="738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076D75CF-30A1-B9BE-140E-F1844913EE16}"/>
              </a:ext>
            </a:extLst>
          </p:cNvPr>
          <p:cNvCxnSpPr>
            <a:stCxn id="31" idx="3"/>
            <a:endCxn id="34" idx="1"/>
          </p:cNvCxnSpPr>
          <p:nvPr/>
        </p:nvCxnSpPr>
        <p:spPr>
          <a:xfrm flipV="1">
            <a:off x="2628900" y="2714625"/>
            <a:ext cx="1228725" cy="785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D5B38D59-F4DF-3A15-3223-F1271B627EDD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 flipV="1">
            <a:off x="5857875" y="1833563"/>
            <a:ext cx="1381125" cy="88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F90D89C5-B03C-6AC0-7630-3BD1193266B8}"/>
              </a:ext>
            </a:extLst>
          </p:cNvPr>
          <p:cNvCxnSpPr>
            <a:stCxn id="34" idx="3"/>
            <a:endCxn id="40" idx="1"/>
          </p:cNvCxnSpPr>
          <p:nvPr/>
        </p:nvCxnSpPr>
        <p:spPr>
          <a:xfrm>
            <a:off x="5857875" y="2714625"/>
            <a:ext cx="1381125" cy="92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A7A7C4FA-0674-6BE7-8C6A-D7A8C43DA1F1}"/>
              </a:ext>
            </a:extLst>
          </p:cNvPr>
          <p:cNvCxnSpPr>
            <a:stCxn id="43" idx="1"/>
            <a:endCxn id="40" idx="3"/>
          </p:cNvCxnSpPr>
          <p:nvPr/>
        </p:nvCxnSpPr>
        <p:spPr>
          <a:xfrm flipH="1">
            <a:off x="9239250" y="2786063"/>
            <a:ext cx="381000" cy="85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31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C9996D74-FFCD-497A-B215-199E220C12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38841A-C22A-4951-83E0-44F9CD3F9F70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419271-C98E-4FD6-97F1-7FEFFDF95F2D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20F3A6-D365-42B2-82B4-8321ADA72114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E9489F-4DD5-4225-AA24-C70087BC2066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0EF020-1C56-4137-9597-6629ADD5F4A5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AA083B-78BC-42A5-A6FE-52B4DFD39A3A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98CBDF-D38D-465F-A3AA-96D390AD3B2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602AE4-84D7-443D-8D07-6CEBD27E109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713F5-A1F0-45BF-82D7-4362DE3888A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7925D3-5904-4366-988B-224B9C62714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E3D8D4-D3AB-4050-9027-985D0304FF9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12CB97-280E-4C39-8DA7-BD78A8FEF29E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97C145-38EE-4FF0-AD6B-969A5EA015CB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1A3C4-F7A5-46A9-B4AC-FE3AD549C50E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5E3DF7-A893-41A9-A846-47B1D09B4FD8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46ACEA-A985-4AAE-942C-690C691071BF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D51E61-E9FD-4D3B-82FC-9BD939DB50A8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E42A6-12A4-4D98-926D-537FBB68009C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CE69BC-B6C3-4082-99FC-B7EA0F235ACC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F00126-E675-4DD1-90D7-C0C35AD40D79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E87CC9-D686-42DC-A737-744E500AC854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2B8241DB-34FF-41ED-ADA7-51FC5B9EBF5A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8CF2F98-DFB9-4A7E-ACB4-D99C78DB6404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9D62E9-1442-4616-B190-DC19E662FB4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Role Permission Design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908D6D-7627-4157-915D-570B0F97CD44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Factory work roles translated into system access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866B58-1E85-4F1C-97D7-507817AB48A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C92933-6581-4FD5-9845-43D488C11FAA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571625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EF81EE-0435-4C2D-AC9A-FA0B9B2EF321}"/>
              </a:ext>
            </a:extLst>
          </p:cNvPr>
          <p:cNvSpPr>
            <a:spLocks noGrp="1"/>
          </p:cNvSpPr>
          <p:nvPr/>
        </p:nvSpPr>
        <p:spPr>
          <a:xfrm>
            <a:off x="819150" y="1704975"/>
            <a:ext cx="1419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BF5446C-9DC7-4724-AAB9-B5FB7C86786D}"/>
              </a:ext>
            </a:extLst>
          </p:cNvPr>
          <p:cNvSpPr>
            <a:spLocks noGrp="1"/>
          </p:cNvSpPr>
          <p:nvPr/>
        </p:nvSpPr>
        <p:spPr>
          <a:xfrm>
            <a:off x="2314575" y="1600200"/>
            <a:ext cx="266700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75A5A9-D21E-4B69-B0C0-3E875A5F4506}"/>
              </a:ext>
            </a:extLst>
          </p:cNvPr>
          <p:cNvSpPr>
            <a:spLocks noGrp="1"/>
          </p:cNvSpPr>
          <p:nvPr/>
        </p:nvSpPr>
        <p:spPr>
          <a:xfrm>
            <a:off x="2390775" y="1704975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for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8167E0-075D-4CD6-9133-542D251C1728}"/>
              </a:ext>
            </a:extLst>
          </p:cNvPr>
          <p:cNvSpPr>
            <a:spLocks noGrp="1"/>
          </p:cNvSpPr>
          <p:nvPr/>
        </p:nvSpPr>
        <p:spPr>
          <a:xfrm>
            <a:off x="4981575" y="1600200"/>
            <a:ext cx="390525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ED7F7A-CAD3-4415-AF7D-ACB2A9A22275}"/>
              </a:ext>
            </a:extLst>
          </p:cNvPr>
          <p:cNvSpPr>
            <a:spLocks noGrp="1"/>
          </p:cNvSpPr>
          <p:nvPr/>
        </p:nvSpPr>
        <p:spPr>
          <a:xfrm>
            <a:off x="5057775" y="1704975"/>
            <a:ext cx="3752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Allowed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81D1AA-921D-48E3-B375-C4C26FFEF03A}"/>
              </a:ext>
            </a:extLst>
          </p:cNvPr>
          <p:cNvSpPr>
            <a:spLocks noGrp="1"/>
          </p:cNvSpPr>
          <p:nvPr/>
        </p:nvSpPr>
        <p:spPr>
          <a:xfrm>
            <a:off x="8886825" y="1600200"/>
            <a:ext cx="2333625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95EF3B-6C49-4BE9-B8ED-9FF640BAF9C7}"/>
              </a:ext>
            </a:extLst>
          </p:cNvPr>
          <p:cNvSpPr>
            <a:spLocks noGrp="1"/>
          </p:cNvSpPr>
          <p:nvPr/>
        </p:nvSpPr>
        <p:spPr>
          <a:xfrm>
            <a:off x="8963025" y="1704975"/>
            <a:ext cx="2181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restriction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500420-6979-4B07-B324-63F9D2891312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571625" cy="409575"/>
          </a:xfrm>
          <a:prstGeom prst="rect">
            <a:avLst/>
          </a:prstGeom>
          <a:solidFill>
            <a:srgbClr val="FFF7ED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6BBB85E-60DD-4612-B646-F590DB08340F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1419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FDE01F8-84E6-457F-B4CB-579560D6ED4D}"/>
              </a:ext>
            </a:extLst>
          </p:cNvPr>
          <p:cNvSpPr>
            <a:spLocks noGrp="1"/>
          </p:cNvSpPr>
          <p:nvPr/>
        </p:nvSpPr>
        <p:spPr>
          <a:xfrm>
            <a:off x="2314575" y="2000250"/>
            <a:ext cx="2667000" cy="409575"/>
          </a:xfrm>
          <a:prstGeom prst="rect">
            <a:avLst/>
          </a:prstGeom>
          <a:solidFill>
            <a:srgbClr val="FFF7ED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51C17C-A623-426A-8AF2-6F75A468E88B}"/>
              </a:ext>
            </a:extLst>
          </p:cNvPr>
          <p:cNvSpPr>
            <a:spLocks noGrp="1"/>
          </p:cNvSpPr>
          <p:nvPr/>
        </p:nvSpPr>
        <p:spPr>
          <a:xfrm>
            <a:off x="2390775" y="209550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System owner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DE43F87-D3FC-4A4C-96A2-79BF65056220}"/>
              </a:ext>
            </a:extLst>
          </p:cNvPr>
          <p:cNvSpPr>
            <a:spLocks noGrp="1"/>
          </p:cNvSpPr>
          <p:nvPr/>
        </p:nvSpPr>
        <p:spPr>
          <a:xfrm>
            <a:off x="4981575" y="2000250"/>
            <a:ext cx="3905250" cy="409575"/>
          </a:xfrm>
          <a:prstGeom prst="rect">
            <a:avLst/>
          </a:prstGeom>
          <a:solidFill>
            <a:srgbClr val="FFF7ED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C4EFFB-761E-4940-8F9B-4110A7FD1FCA}"/>
              </a:ext>
            </a:extLst>
          </p:cNvPr>
          <p:cNvSpPr>
            <a:spLocks noGrp="1"/>
          </p:cNvSpPr>
          <p:nvPr/>
        </p:nvSpPr>
        <p:spPr>
          <a:xfrm>
            <a:off x="5057775" y="209550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Manage users, approve scrap, edit all data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8523467-9285-43F1-A4CA-9F960E936917}"/>
              </a:ext>
            </a:extLst>
          </p:cNvPr>
          <p:cNvSpPr>
            <a:spLocks noGrp="1"/>
          </p:cNvSpPr>
          <p:nvPr/>
        </p:nvSpPr>
        <p:spPr>
          <a:xfrm>
            <a:off x="8886825" y="2000250"/>
            <a:ext cx="2333625" cy="409575"/>
          </a:xfrm>
          <a:prstGeom prst="rect">
            <a:avLst/>
          </a:prstGeom>
          <a:solidFill>
            <a:srgbClr val="FFF7ED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4807D52-0711-4409-86B0-D35B4F51E510}"/>
              </a:ext>
            </a:extLst>
          </p:cNvPr>
          <p:cNvSpPr>
            <a:spLocks noGrp="1"/>
          </p:cNvSpPr>
          <p:nvPr/>
        </p:nvSpPr>
        <p:spPr>
          <a:xfrm>
            <a:off x="8963025" y="2095500"/>
            <a:ext cx="2181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None in first release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4D803C-E412-47FF-BDCF-37A3D804A506}"/>
              </a:ext>
            </a:extLst>
          </p:cNvPr>
          <p:cNvSpPr>
            <a:spLocks noGrp="1"/>
          </p:cNvSpPr>
          <p:nvPr/>
        </p:nvSpPr>
        <p:spPr>
          <a:xfrm>
            <a:off x="742950" y="2409825"/>
            <a:ext cx="1571625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B520CEE-3513-46B9-A001-A2BB0C0908AA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1419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4A38997-4677-4187-AEFE-A392E20327B8}"/>
              </a:ext>
            </a:extLst>
          </p:cNvPr>
          <p:cNvSpPr>
            <a:spLocks noGrp="1"/>
          </p:cNvSpPr>
          <p:nvPr/>
        </p:nvSpPr>
        <p:spPr>
          <a:xfrm>
            <a:off x="2314575" y="2409825"/>
            <a:ext cx="266700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A868D4B-2217-4F4D-B461-FBA5F85615AD}"/>
              </a:ext>
            </a:extLst>
          </p:cNvPr>
          <p:cNvSpPr>
            <a:spLocks noGrp="1"/>
          </p:cNvSpPr>
          <p:nvPr/>
        </p:nvSpPr>
        <p:spPr>
          <a:xfrm>
            <a:off x="2390775" y="250507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Team lead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B9E437E-BC95-46A3-9C55-39A1D5C738EE}"/>
              </a:ext>
            </a:extLst>
          </p:cNvPr>
          <p:cNvSpPr>
            <a:spLocks noGrp="1"/>
          </p:cNvSpPr>
          <p:nvPr/>
        </p:nvSpPr>
        <p:spPr>
          <a:xfrm>
            <a:off x="4981575" y="2409825"/>
            <a:ext cx="390525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DA93C0-F127-4E46-A23A-782BD91A2C2E}"/>
              </a:ext>
            </a:extLst>
          </p:cNvPr>
          <p:cNvSpPr>
            <a:spLocks noGrp="1"/>
          </p:cNvSpPr>
          <p:nvPr/>
        </p:nvSpPr>
        <p:spPr>
          <a:xfrm>
            <a:off x="5057775" y="2505075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Cross-user edit/delete, status, files, logs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B8220BC-05AF-4446-80D0-338E7E902C07}"/>
              </a:ext>
            </a:extLst>
          </p:cNvPr>
          <p:cNvSpPr>
            <a:spLocks noGrp="1"/>
          </p:cNvSpPr>
          <p:nvPr/>
        </p:nvSpPr>
        <p:spPr>
          <a:xfrm>
            <a:off x="8886825" y="2409825"/>
            <a:ext cx="2333625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5FCFD49-16ED-4DE0-A560-38D25E7CF410}"/>
              </a:ext>
            </a:extLst>
          </p:cNvPr>
          <p:cNvSpPr>
            <a:spLocks noGrp="1"/>
          </p:cNvSpPr>
          <p:nvPr/>
        </p:nvSpPr>
        <p:spPr>
          <a:xfrm>
            <a:off x="8963025" y="2505075"/>
            <a:ext cx="2181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user management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85048E8-D88B-435D-88A5-C67A11091A25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1571625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7ADE257-A38A-4C77-B828-67B8AD5F386F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1419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BA74EFB-1D63-4CFB-A454-2B4E1FA4E15C}"/>
              </a:ext>
            </a:extLst>
          </p:cNvPr>
          <p:cNvSpPr>
            <a:spLocks noGrp="1"/>
          </p:cNvSpPr>
          <p:nvPr/>
        </p:nvSpPr>
        <p:spPr>
          <a:xfrm>
            <a:off x="2314575" y="2819400"/>
            <a:ext cx="266700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2398657-A3F5-4CBF-80ED-25D7FEC45AF9}"/>
              </a:ext>
            </a:extLst>
          </p:cNvPr>
          <p:cNvSpPr>
            <a:spLocks noGrp="1"/>
          </p:cNvSpPr>
          <p:nvPr/>
        </p:nvSpPr>
        <p:spPr>
          <a:xfrm>
            <a:off x="2390775" y="29146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Maintenance engineer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94DC6D0-1192-41CD-84E1-1A98B3E2CE4F}"/>
              </a:ext>
            </a:extLst>
          </p:cNvPr>
          <p:cNvSpPr>
            <a:spLocks noGrp="1"/>
          </p:cNvSpPr>
          <p:nvPr/>
        </p:nvSpPr>
        <p:spPr>
          <a:xfrm>
            <a:off x="4981575" y="2819400"/>
            <a:ext cx="390525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2E65584-A8C8-41A0-A3BE-CFC0589C274A}"/>
              </a:ext>
            </a:extLst>
          </p:cNvPr>
          <p:cNvSpPr>
            <a:spLocks noGrp="1"/>
          </p:cNvSpPr>
          <p:nvPr/>
        </p:nvSpPr>
        <p:spPr>
          <a:xfrm>
            <a:off x="5057775" y="291465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Add/edit own jigs, replace own files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C2EF9F2-B280-4DB9-9AF4-1C4BACFA794A}"/>
              </a:ext>
            </a:extLst>
          </p:cNvPr>
          <p:cNvSpPr>
            <a:spLocks noGrp="1"/>
          </p:cNvSpPr>
          <p:nvPr/>
        </p:nvSpPr>
        <p:spPr>
          <a:xfrm>
            <a:off x="8886825" y="2819400"/>
            <a:ext cx="2333625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5968CD1-E14B-4D6B-8599-45A705AAAA1C}"/>
              </a:ext>
            </a:extLst>
          </p:cNvPr>
          <p:cNvSpPr>
            <a:spLocks noGrp="1"/>
          </p:cNvSpPr>
          <p:nvPr/>
        </p:nvSpPr>
        <p:spPr>
          <a:xfrm>
            <a:off x="8963025" y="2914650"/>
            <a:ext cx="2181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Cannot delete or scrap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3536AC0-E710-423A-8640-A36A3581F1CA}"/>
              </a:ext>
            </a:extLst>
          </p:cNvPr>
          <p:cNvSpPr>
            <a:spLocks noGrp="1"/>
          </p:cNvSpPr>
          <p:nvPr/>
        </p:nvSpPr>
        <p:spPr>
          <a:xfrm>
            <a:off x="742950" y="3228975"/>
            <a:ext cx="1571625" cy="409575"/>
          </a:xfrm>
          <a:prstGeom prst="rect">
            <a:avLst/>
          </a:prstGeom>
          <a:solidFill>
            <a:srgbClr val="F8FAFC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FF0A406-5EA3-4BC5-A4E6-E42B1FB8A43B}"/>
              </a:ext>
            </a:extLst>
          </p:cNvPr>
          <p:cNvSpPr>
            <a:spLocks noGrp="1"/>
          </p:cNvSpPr>
          <p:nvPr/>
        </p:nvSpPr>
        <p:spPr>
          <a:xfrm>
            <a:off x="819150" y="3324225"/>
            <a:ext cx="1419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E7AD5FC-5161-4B7F-9E8A-5DCC7821D8DD}"/>
              </a:ext>
            </a:extLst>
          </p:cNvPr>
          <p:cNvSpPr>
            <a:spLocks noGrp="1"/>
          </p:cNvSpPr>
          <p:nvPr/>
        </p:nvSpPr>
        <p:spPr>
          <a:xfrm>
            <a:off x="2314575" y="3228975"/>
            <a:ext cx="2667000" cy="409575"/>
          </a:xfrm>
          <a:prstGeom prst="rect">
            <a:avLst/>
          </a:prstGeom>
          <a:solidFill>
            <a:srgbClr val="F8FAFC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10C7ABC-7366-415D-A849-1520D4277D2D}"/>
              </a:ext>
            </a:extLst>
          </p:cNvPr>
          <p:cNvSpPr>
            <a:spLocks noGrp="1"/>
          </p:cNvSpPr>
          <p:nvPr/>
        </p:nvSpPr>
        <p:spPr>
          <a:xfrm>
            <a:off x="2390775" y="33242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Production lookup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4A6F156-EF0E-41AB-896B-DB50D99BA1E8}"/>
              </a:ext>
            </a:extLst>
          </p:cNvPr>
          <p:cNvSpPr>
            <a:spLocks noGrp="1"/>
          </p:cNvSpPr>
          <p:nvPr/>
        </p:nvSpPr>
        <p:spPr>
          <a:xfrm>
            <a:off x="4981575" y="3228975"/>
            <a:ext cx="3905250" cy="409575"/>
          </a:xfrm>
          <a:prstGeom prst="rect">
            <a:avLst/>
          </a:prstGeom>
          <a:solidFill>
            <a:srgbClr val="F8FAFC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CBDBB52-D0C4-48DA-A196-CFE14F3A6ECC}"/>
              </a:ext>
            </a:extLst>
          </p:cNvPr>
          <p:cNvSpPr>
            <a:spLocks noGrp="1"/>
          </p:cNvSpPr>
          <p:nvPr/>
        </p:nvSpPr>
        <p:spPr>
          <a:xfrm>
            <a:off x="5057775" y="3324225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Search, view logs, download, export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CAC1FC-A5DD-4E19-87E2-B15807F01720}"/>
              </a:ext>
            </a:extLst>
          </p:cNvPr>
          <p:cNvSpPr>
            <a:spLocks noGrp="1"/>
          </p:cNvSpPr>
          <p:nvPr/>
        </p:nvSpPr>
        <p:spPr>
          <a:xfrm>
            <a:off x="8886825" y="3228975"/>
            <a:ext cx="2333625" cy="409575"/>
          </a:xfrm>
          <a:prstGeom prst="rect">
            <a:avLst/>
          </a:prstGeom>
          <a:solidFill>
            <a:srgbClr val="F8FAFC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1554BA4-43AB-4E6F-8D27-E317F3C3482A}"/>
              </a:ext>
            </a:extLst>
          </p:cNvPr>
          <p:cNvSpPr>
            <a:spLocks noGrp="1"/>
          </p:cNvSpPr>
          <p:nvPr/>
        </p:nvSpPr>
        <p:spPr>
          <a:xfrm>
            <a:off x="8963025" y="3324225"/>
            <a:ext cx="2181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Read-only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41C9345-C7BD-42CE-BF7F-EDAFF5D86E55}"/>
              </a:ext>
            </a:extLst>
          </p:cNvPr>
          <p:cNvSpPr>
            <a:spLocks noGrp="1"/>
          </p:cNvSpPr>
          <p:nvPr/>
        </p:nvSpPr>
        <p:spPr>
          <a:xfrm>
            <a:off x="1285875" y="4286250"/>
            <a:ext cx="933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Principle: give the smallest role that matches daily work.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950DA10-4505-4D2E-A79D-29A735208E2A}"/>
              </a:ext>
            </a:extLst>
          </p:cNvPr>
          <p:cNvSpPr>
            <a:spLocks noGrp="1"/>
          </p:cNvSpPr>
          <p:nvPr/>
        </p:nvSpPr>
        <p:spPr>
          <a:xfrm>
            <a:off x="1809750" y="5048250"/>
            <a:ext cx="857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權限設計的重點是降低誤改與誤刪風險。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53C9BD-8C31-47D3-83D4-C45D93B0AC6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0E49AD3-7AD5-4A33-8AF6-2E2499E3F7B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214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94604463-5D33-4419-8CF2-1B6E7DC98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208E73-6F4D-49B6-B27A-A52143998B47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2D5D80-5C07-4784-AB22-FE7D3D63A12E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6555E7-C01D-403F-ADE3-27CDCC8F6F1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C16FBE-BCE1-460E-ABE1-659B7602AF6D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9277C0-17D3-46E6-8DBC-F08F0921673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07764C-4469-4FAF-8C8D-22265A15ABE7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3D7A96-68DB-4235-81B2-73AC73A5614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2B985D-1B16-4F96-A45D-CE7B1FE7CCFC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863AC3-BAF5-4F5A-B36D-A05672CEE12C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0BAD80-7AC0-4849-A863-C5445188262D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B72FA5-10F2-475C-AFE0-187CAF3BDDE7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C031D4-8FCD-46C8-8BB0-4729A7DEDBB4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E75591-0B20-44E4-9FC9-D4B865C689B3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0EC25C-5229-4644-AB1C-5FEB6723C43C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40B7E5-5563-4D2A-AA62-FE4E959B00D6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A98125-DE84-4823-A76D-754486BBEE0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B545E-31C4-49FB-BD71-76B827F9A050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1C3DCA-BC79-4443-963A-EAF0BFF3F178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D06E4E-39C5-4B01-8CA3-7CB41E9C3697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23D42E-2AA2-433C-8367-0BE6991D639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A4E563-D1F7-4D36-A7DE-678CD56B9F35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89E8EA6-2FE5-4576-8E56-332C322D1CBF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E0F27F6-5FD0-4804-B0B5-9BBBC98CB13D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C17BDF8-112F-41A4-8AB4-A2EDBF8054E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Daily Workflow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731508-6257-42B9-93D3-8DE6A7636894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How users work with the system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151FF0-0765-4988-88E5-71F69188F52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E9B226-2B7D-4278-88D5-630C9DBB8BEB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5F6E4F-0AC2-4740-96DD-0FE4E238DC85}"/>
              </a:ext>
            </a:extLst>
          </p:cNvPr>
          <p:cNvSpPr>
            <a:spLocks noGrp="1"/>
          </p:cNvSpPr>
          <p:nvPr/>
        </p:nvSpPr>
        <p:spPr>
          <a:xfrm>
            <a:off x="857250" y="235267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597DB0-31FD-42D7-884F-A35825C245F3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Security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9A5437-A3B0-4E05-A97A-7E4035E5B480}"/>
              </a:ext>
            </a:extLst>
          </p:cNvPr>
          <p:cNvSpPr>
            <a:spLocks noGrp="1"/>
          </p:cNvSpPr>
          <p:nvPr/>
        </p:nvSpPr>
        <p:spPr>
          <a:xfrm>
            <a:off x="2686050" y="223837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41F29D-7789-4669-9FC5-A97B69A58D0D}"/>
              </a:ext>
            </a:extLst>
          </p:cNvPr>
          <p:cNvSpPr>
            <a:spLocks noGrp="1"/>
          </p:cNvSpPr>
          <p:nvPr/>
        </p:nvSpPr>
        <p:spPr>
          <a:xfrm>
            <a:off x="2800350" y="235267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DC9DD3-F5A3-485B-B417-5C7DC0465C97}"/>
              </a:ext>
            </a:extLst>
          </p:cNvPr>
          <p:cNvSpPr>
            <a:spLocks noGrp="1"/>
          </p:cNvSpPr>
          <p:nvPr/>
        </p:nvSpPr>
        <p:spPr>
          <a:xfrm>
            <a:off x="2800350" y="263842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keyword list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108051-FE1C-4570-A4BB-433F82E2C2F5}"/>
              </a:ext>
            </a:extLst>
          </p:cNvPr>
          <p:cNvSpPr>
            <a:spLocks noGrp="1"/>
          </p:cNvSpPr>
          <p:nvPr/>
        </p:nvSpPr>
        <p:spPr>
          <a:xfrm>
            <a:off x="4629150" y="223837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2B8165-3DEB-43FC-A919-4DBD786AC773}"/>
              </a:ext>
            </a:extLst>
          </p:cNvPr>
          <p:cNvSpPr>
            <a:spLocks noGrp="1"/>
          </p:cNvSpPr>
          <p:nvPr/>
        </p:nvSpPr>
        <p:spPr>
          <a:xfrm>
            <a:off x="4743450" y="235267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Detail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7A8B0AE-3277-47BA-AADD-0704DD5C864C}"/>
              </a:ext>
            </a:extLst>
          </p:cNvPr>
          <p:cNvSpPr>
            <a:spLocks noGrp="1"/>
          </p:cNvSpPr>
          <p:nvPr/>
        </p:nvSpPr>
        <p:spPr>
          <a:xfrm>
            <a:off x="4743450" y="263842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files + logs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A7E464A-7BB9-409E-8984-28BA575BCCAF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61F7D21-6727-4CB4-A11D-1731680C35F3}"/>
              </a:ext>
            </a:extLst>
          </p:cNvPr>
          <p:cNvSpPr>
            <a:spLocks noGrp="1"/>
          </p:cNvSpPr>
          <p:nvPr/>
        </p:nvSpPr>
        <p:spPr>
          <a:xfrm>
            <a:off x="6686550" y="235267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6570799-A2D1-41A9-BE85-580A8385131F}"/>
              </a:ext>
            </a:extLst>
          </p:cNvPr>
          <p:cNvSpPr>
            <a:spLocks noGrp="1"/>
          </p:cNvSpPr>
          <p:nvPr/>
        </p:nvSpPr>
        <p:spPr>
          <a:xfrm>
            <a:off x="6686550" y="263842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 / due date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1EAAB2E-5276-46B6-AE8F-915996EA7CDB}"/>
              </a:ext>
            </a:extLst>
          </p:cNvPr>
          <p:cNvSpPr>
            <a:spLocks noGrp="1"/>
          </p:cNvSpPr>
          <p:nvPr/>
        </p:nvSpPr>
        <p:spPr>
          <a:xfrm>
            <a:off x="8515350" y="2238375"/>
            <a:ext cx="1571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109815-A485-4A8D-8537-D92794C094F6}"/>
              </a:ext>
            </a:extLst>
          </p:cNvPr>
          <p:cNvSpPr>
            <a:spLocks noGrp="1"/>
          </p:cNvSpPr>
          <p:nvPr/>
        </p:nvSpPr>
        <p:spPr>
          <a:xfrm>
            <a:off x="8629650" y="2352675"/>
            <a:ext cx="13430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D256EEB-D280-408C-A689-AC6712B68802}"/>
              </a:ext>
            </a:extLst>
          </p:cNvPr>
          <p:cNvSpPr>
            <a:spLocks noGrp="1"/>
          </p:cNvSpPr>
          <p:nvPr/>
        </p:nvSpPr>
        <p:spPr>
          <a:xfrm>
            <a:off x="8629650" y="2638425"/>
            <a:ext cx="13430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old/new logs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C70336F-0524-4C12-8245-4C3BF63321AF}"/>
              </a:ext>
            </a:extLst>
          </p:cNvPr>
          <p:cNvSpPr>
            <a:spLocks noGrp="1"/>
          </p:cNvSpPr>
          <p:nvPr/>
        </p:nvSpPr>
        <p:spPr>
          <a:xfrm>
            <a:off x="2314575" y="2695575"/>
            <a:ext cx="37147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三角形 43">
            <a:extLst>
              <a:ext uri="{FF2B5EF4-FFF2-40B4-BE49-F238E27FC236}">
                <a16:creationId xmlns:a16="http://schemas.microsoft.com/office/drawing/2014/main" id="{1C1BDD18-CB79-445A-9D41-C431072BCBD2}"/>
              </a:ext>
            </a:extLst>
          </p:cNvPr>
          <p:cNvSpPr>
            <a:spLocks noGrp="1"/>
          </p:cNvSpPr>
          <p:nvPr/>
        </p:nvSpPr>
        <p:spPr>
          <a:xfrm rot="5400000">
            <a:off x="2609850" y="2647950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A13A58C-5219-4EAB-BF21-0F64B3543905}"/>
              </a:ext>
            </a:extLst>
          </p:cNvPr>
          <p:cNvSpPr>
            <a:spLocks noGrp="1"/>
          </p:cNvSpPr>
          <p:nvPr/>
        </p:nvSpPr>
        <p:spPr>
          <a:xfrm>
            <a:off x="4257675" y="2695575"/>
            <a:ext cx="37147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三角形 45">
            <a:extLst>
              <a:ext uri="{FF2B5EF4-FFF2-40B4-BE49-F238E27FC236}">
                <a16:creationId xmlns:a16="http://schemas.microsoft.com/office/drawing/2014/main" id="{8A47338C-7414-4895-AE67-A71FB62E897A}"/>
              </a:ext>
            </a:extLst>
          </p:cNvPr>
          <p:cNvSpPr>
            <a:spLocks noGrp="1"/>
          </p:cNvSpPr>
          <p:nvPr/>
        </p:nvSpPr>
        <p:spPr>
          <a:xfrm rot="5400000">
            <a:off x="4552950" y="2647950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5CDA0A2-D630-4485-9E2E-2DC613036AEF}"/>
              </a:ext>
            </a:extLst>
          </p:cNvPr>
          <p:cNvSpPr>
            <a:spLocks noGrp="1"/>
          </p:cNvSpPr>
          <p:nvPr/>
        </p:nvSpPr>
        <p:spPr>
          <a:xfrm>
            <a:off x="6200775" y="2695575"/>
            <a:ext cx="37147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三角形 47">
            <a:extLst>
              <a:ext uri="{FF2B5EF4-FFF2-40B4-BE49-F238E27FC236}">
                <a16:creationId xmlns:a16="http://schemas.microsoft.com/office/drawing/2014/main" id="{B778448B-49E7-4A3A-8636-DA9B459C7A58}"/>
              </a:ext>
            </a:extLst>
          </p:cNvPr>
          <p:cNvSpPr>
            <a:spLocks noGrp="1"/>
          </p:cNvSpPr>
          <p:nvPr/>
        </p:nvSpPr>
        <p:spPr>
          <a:xfrm rot="5400000">
            <a:off x="6496050" y="2647950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1C27A4E-B992-466D-9EC3-72E89799C2B9}"/>
              </a:ext>
            </a:extLst>
          </p:cNvPr>
          <p:cNvSpPr>
            <a:spLocks noGrp="1"/>
          </p:cNvSpPr>
          <p:nvPr/>
        </p:nvSpPr>
        <p:spPr>
          <a:xfrm>
            <a:off x="8143875" y="2695575"/>
            <a:ext cx="37147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三角形 49">
            <a:extLst>
              <a:ext uri="{FF2B5EF4-FFF2-40B4-BE49-F238E27FC236}">
                <a16:creationId xmlns:a16="http://schemas.microsoft.com/office/drawing/2014/main" id="{5F153BD7-E484-420A-9176-9DD4452EEBC6}"/>
              </a:ext>
            </a:extLst>
          </p:cNvPr>
          <p:cNvSpPr>
            <a:spLocks noGrp="1"/>
          </p:cNvSpPr>
          <p:nvPr/>
        </p:nvSpPr>
        <p:spPr>
          <a:xfrm rot="5400000">
            <a:off x="8439150" y="2647950"/>
            <a:ext cx="11430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8EF646B-7C73-419F-B582-F985DB9FB740}"/>
              </a:ext>
            </a:extLst>
          </p:cNvPr>
          <p:cNvSpPr>
            <a:spLocks noGrp="1"/>
          </p:cNvSpPr>
          <p:nvPr/>
        </p:nvSpPr>
        <p:spPr>
          <a:xfrm>
            <a:off x="1809750" y="4057650"/>
            <a:ext cx="8572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3EBA08A-7710-4579-92C6-F2E848E9A6E3}"/>
              </a:ext>
            </a:extLst>
          </p:cNvPr>
          <p:cNvSpPr>
            <a:spLocks noGrp="1"/>
          </p:cNvSpPr>
          <p:nvPr/>
        </p:nvSpPr>
        <p:spPr>
          <a:xfrm>
            <a:off x="2190750" y="42862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Operators focus on lookup; engineers maintain owned data; supervisors/admins control exceptions.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3D83035-8875-4C61-A93B-35083111668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97C06D-86D7-4207-A6AD-27785F62259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987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80DD4987-8BF5-4425-97E8-2996C08416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2FA288-BE4C-4E5B-85F6-5B31E2E61584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BCAD36-6797-4CE2-ADC5-49DE2CD78B26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DFC310-7154-4406-B8C8-878F87FDB32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0F9215-3ACC-48CC-BE01-B889CBA427DC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303A48-94FF-4364-86A5-939BC28A5744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67A25F-4A20-4419-987A-6184B5BE4847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1FD527-606D-4A4A-BC01-DDAFB3C818E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E41427-AB49-49E5-998D-A3A1482F38D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DF86FC-590C-44B5-9FF7-DEC41704B751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81ED92-8DB8-4979-9BCF-09E5A21B3AFA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88819C-8E88-414C-8D1D-07C001436BC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DEAD2C-2FA0-441F-84B2-2ABC2CD88A09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97B02B-B7B8-444A-ABEC-A40C22F9A3C3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EE7BC0-2DC9-402B-AE54-686DAE7CBB4C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E4F9C8-4943-4163-A576-0EEB5C38A1AE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25612C-2231-42F5-A0FB-C3305F40994B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B81606-A272-4ADD-BF03-0C3162B7B63C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409586-952E-4275-890B-6584FDEFF33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1A9067-116A-461A-9E00-365AACC24657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79D0FC-80B7-4A80-B004-A2590B3CEE6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58BFAD-96AC-40DC-806C-5AD85B21F1AC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38A30A42-83AA-48BD-92CF-AEF22963A919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D4A895BE-9E05-4904-81E7-EBEC9133C135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095AEE-E499-4A0B-8EDC-AC2E23780E4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Key UI Features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5B761A-9A48-4B59-B613-CD28C69C6B90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English-first interface with Chinese helper text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EA87BF-DB36-4D66-9E11-A37B65F5AA0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90FD06-9B06-4484-B1BE-32757E10293F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8CBA0A7-41E0-4618-830D-F8252183A85E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5143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38AEEE-798F-46F7-BFDA-194B0B6CCA92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Jig / Tooling List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A42F631-4FFC-456F-988F-95C19682B244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39F553-0A60-49C2-AA0F-B5D537834F68}"/>
              </a:ext>
            </a:extLst>
          </p:cNvPr>
          <p:cNvSpPr>
            <a:spLocks noGrp="1"/>
          </p:cNvSpPr>
          <p:nvPr/>
        </p:nvSpPr>
        <p:spPr>
          <a:xfrm>
            <a:off x="2333625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Jig No.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6925B8-413E-408C-ABD5-9E5D0D202D38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DBB1EC-F42B-4B68-A766-CEA0AB2ECFC5}"/>
              </a:ext>
            </a:extLst>
          </p:cNvPr>
          <p:cNvSpPr>
            <a:spLocks noGrp="1"/>
          </p:cNvSpPr>
          <p:nvPr/>
        </p:nvSpPr>
        <p:spPr>
          <a:xfrm>
            <a:off x="5095875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Ass'y Line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04F5985-753D-408D-8AD3-FE7D25B2639B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076D0B-543F-4A76-BC96-1AC34E681D20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78C20CB-B9A4-49EB-BBB5-36FB1EB306DB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C1134FE-2A7C-4A2F-B2B1-B3F3C9113677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E80D1B1-21F0-41AC-90E0-BC108B5DA7F3}"/>
              </a:ext>
            </a:extLst>
          </p:cNvPr>
          <p:cNvSpPr>
            <a:spLocks noGrp="1"/>
          </p:cNvSpPr>
          <p:nvPr/>
        </p:nvSpPr>
        <p:spPr>
          <a:xfrm>
            <a:off x="904875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Jig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026E498-6A1D-4D3D-9986-F61DFEC37C59}"/>
              </a:ext>
            </a:extLst>
          </p:cNvPr>
          <p:cNvSpPr>
            <a:spLocks noGrp="1"/>
          </p:cNvSpPr>
          <p:nvPr/>
        </p:nvSpPr>
        <p:spPr>
          <a:xfrm>
            <a:off x="2333625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AM-ME-001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7CC032-F051-44E8-BCAB-82A2BBB459CA}"/>
              </a:ext>
            </a:extLst>
          </p:cNvPr>
          <p:cNvSpPr>
            <a:spLocks noGrp="1"/>
          </p:cNvSpPr>
          <p:nvPr/>
        </p:nvSpPr>
        <p:spPr>
          <a:xfrm>
            <a:off x="3714750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Mouton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8A49F2-B007-45BD-9F74-352E3C783820}"/>
              </a:ext>
            </a:extLst>
          </p:cNvPr>
          <p:cNvSpPr>
            <a:spLocks noGrp="1"/>
          </p:cNvSpPr>
          <p:nvPr/>
        </p:nvSpPr>
        <p:spPr>
          <a:xfrm>
            <a:off x="5095875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C542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318F46A-9567-4843-98AC-12F57AB86BFB}"/>
              </a:ext>
            </a:extLst>
          </p:cNvPr>
          <p:cNvSpPr>
            <a:spLocks noGrp="1"/>
          </p:cNvSpPr>
          <p:nvPr/>
        </p:nvSpPr>
        <p:spPr>
          <a:xfrm>
            <a:off x="6667500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 Process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6AF51A-EB3E-41F2-A7D5-A121ABCDD436}"/>
              </a:ext>
            </a:extLst>
          </p:cNvPr>
          <p:cNvSpPr>
            <a:spLocks noGrp="1"/>
          </p:cNvSpPr>
          <p:nvPr/>
        </p:nvSpPr>
        <p:spPr>
          <a:xfrm>
            <a:off x="8286750" y="2647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0257335-332E-4377-8B4F-E113EBF9E3AF}"/>
              </a:ext>
            </a:extLst>
          </p:cNvPr>
          <p:cNvSpPr>
            <a:spLocks noGrp="1"/>
          </p:cNvSpPr>
          <p:nvPr/>
        </p:nvSpPr>
        <p:spPr>
          <a:xfrm>
            <a:off x="6667500" y="2600325"/>
            <a:ext cx="1066800" cy="266700"/>
          </a:xfrm>
          <a:prstGeom prst="rect">
            <a:avLst/>
          </a:prstGeom>
          <a:solidFill>
            <a:srgbClr val="CFE2FF"/>
          </a:solidFill>
          <a:ln w="9525">
            <a:solidFill>
              <a:srgbClr val="AAC4E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681BEA5-78FA-40D8-86F8-0A24EC3EA8B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On Process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DD3B269-73B8-413E-8989-697C9D358AAE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10363200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A368B7D-A6E4-4A3E-AD06-A382B18C6A58}"/>
              </a:ext>
            </a:extLst>
          </p:cNvPr>
          <p:cNvSpPr>
            <a:spLocks noGrp="1"/>
          </p:cNvSpPr>
          <p:nvPr/>
        </p:nvSpPr>
        <p:spPr>
          <a:xfrm>
            <a:off x="904875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Tooling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D454F2D-82E0-4352-A314-6D3A95177AA3}"/>
              </a:ext>
            </a:extLst>
          </p:cNvPr>
          <p:cNvSpPr>
            <a:spLocks noGrp="1"/>
          </p:cNvSpPr>
          <p:nvPr/>
        </p:nvSpPr>
        <p:spPr>
          <a:xfrm>
            <a:off x="2333625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TM-ME-001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7474128-1488-42D2-B960-FDA9AA9A04A5}"/>
              </a:ext>
            </a:extLst>
          </p:cNvPr>
          <p:cNvSpPr>
            <a:spLocks noGrp="1"/>
          </p:cNvSpPr>
          <p:nvPr/>
        </p:nvSpPr>
        <p:spPr>
          <a:xfrm>
            <a:off x="3714750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TV-55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F042510-F34A-41EE-B2A5-74192E60D4B5}"/>
              </a:ext>
            </a:extLst>
          </p:cNvPr>
          <p:cNvSpPr>
            <a:spLocks noGrp="1"/>
          </p:cNvSpPr>
          <p:nvPr/>
        </p:nvSpPr>
        <p:spPr>
          <a:xfrm>
            <a:off x="5095875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 7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088B536-7D0A-49E5-B2C2-3D0EC19BE3D7}"/>
              </a:ext>
            </a:extLst>
          </p:cNvPr>
          <p:cNvSpPr>
            <a:spLocks noGrp="1"/>
          </p:cNvSpPr>
          <p:nvPr/>
        </p:nvSpPr>
        <p:spPr>
          <a:xfrm>
            <a:off x="6667500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Maintain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4F89265-1ED2-43A0-AB0B-9CE0FE72C8B4}"/>
              </a:ext>
            </a:extLst>
          </p:cNvPr>
          <p:cNvSpPr>
            <a:spLocks noGrp="1"/>
          </p:cNvSpPr>
          <p:nvPr/>
        </p:nvSpPr>
        <p:spPr>
          <a:xfrm>
            <a:off x="8286750" y="32004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jj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6D1A52C-7FA0-4A48-B882-AE40555086C1}"/>
              </a:ext>
            </a:extLst>
          </p:cNvPr>
          <p:cNvSpPr>
            <a:spLocks noGrp="1"/>
          </p:cNvSpPr>
          <p:nvPr/>
        </p:nvSpPr>
        <p:spPr>
          <a:xfrm>
            <a:off x="6667500" y="3152775"/>
            <a:ext cx="1066800" cy="266700"/>
          </a:xfrm>
          <a:prstGeom prst="rect">
            <a:avLst/>
          </a:prstGeom>
          <a:solidFill>
            <a:srgbClr val="CFF4FC"/>
          </a:solidFill>
          <a:ln w="9525">
            <a:solidFill>
              <a:srgbClr val="AAC4E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9119BFE-BEBC-40B0-BC11-2B9DCC049DAE}"/>
              </a:ext>
            </a:extLst>
          </p:cNvPr>
          <p:cNvSpPr>
            <a:spLocks noGrp="1"/>
          </p:cNvSpPr>
          <p:nvPr/>
        </p:nvSpPr>
        <p:spPr>
          <a:xfrm>
            <a:off x="6743700" y="321945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Maintain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7AF997-48FB-439A-9D45-95B2824CF9C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03632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4A75997-B94F-45EC-992F-52737A6E2322}"/>
              </a:ext>
            </a:extLst>
          </p:cNvPr>
          <p:cNvSpPr>
            <a:spLocks noGrp="1"/>
          </p:cNvSpPr>
          <p:nvPr/>
        </p:nvSpPr>
        <p:spPr>
          <a:xfrm>
            <a:off x="904875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Jig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D3C156-73B4-46C8-BB77-2F4274C6DE4F}"/>
              </a:ext>
            </a:extLst>
          </p:cNvPr>
          <p:cNvSpPr>
            <a:spLocks noGrp="1"/>
          </p:cNvSpPr>
          <p:nvPr/>
        </p:nvSpPr>
        <p:spPr>
          <a:xfrm>
            <a:off x="2333625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PM-ME-001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E4530D9-E081-4002-A399-675D1046E20C}"/>
              </a:ext>
            </a:extLst>
          </p:cNvPr>
          <p:cNvSpPr>
            <a:spLocks noGrp="1"/>
          </p:cNvSpPr>
          <p:nvPr/>
        </p:nvSpPr>
        <p:spPr>
          <a:xfrm>
            <a:off x="3714750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Palau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8433A87-5A4B-4BBC-9DD1-2021277D3379}"/>
              </a:ext>
            </a:extLst>
          </p:cNvPr>
          <p:cNvSpPr>
            <a:spLocks noGrp="1"/>
          </p:cNvSpPr>
          <p:nvPr/>
        </p:nvSpPr>
        <p:spPr>
          <a:xfrm>
            <a:off x="5095875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901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6B7629-F309-4887-8CBB-AE0994109342}"/>
              </a:ext>
            </a:extLst>
          </p:cNvPr>
          <p:cNvSpPr>
            <a:spLocks noGrp="1"/>
          </p:cNvSpPr>
          <p:nvPr/>
        </p:nvSpPr>
        <p:spPr>
          <a:xfrm>
            <a:off x="6667500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8339EC1-46C3-4D1F-BD07-5992A5189379}"/>
              </a:ext>
            </a:extLst>
          </p:cNvPr>
          <p:cNvSpPr>
            <a:spLocks noGrp="1"/>
          </p:cNvSpPr>
          <p:nvPr/>
        </p:nvSpPr>
        <p:spPr>
          <a:xfrm>
            <a:off x="8286750" y="37528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60A0148-43AF-4ADC-8985-B58C94CF8589}"/>
              </a:ext>
            </a:extLst>
          </p:cNvPr>
          <p:cNvSpPr>
            <a:spLocks noGrp="1"/>
          </p:cNvSpPr>
          <p:nvPr/>
        </p:nvSpPr>
        <p:spPr>
          <a:xfrm>
            <a:off x="6667500" y="3705225"/>
            <a:ext cx="1066800" cy="266700"/>
          </a:xfrm>
          <a:prstGeom prst="rect">
            <a:avLst/>
          </a:prstGeom>
          <a:solidFill>
            <a:srgbClr val="F8D7DA"/>
          </a:solidFill>
          <a:ln w="9525">
            <a:solidFill>
              <a:srgbClr val="AAC4E8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A746AE4-AD9E-437E-84F8-AA3990E25907}"/>
              </a:ext>
            </a:extLst>
          </p:cNvPr>
          <p:cNvSpPr>
            <a:spLocks noGrp="1"/>
          </p:cNvSpPr>
          <p:nvPr/>
        </p:nvSpPr>
        <p:spPr>
          <a:xfrm>
            <a:off x="6743700" y="37719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620E389-16C1-49EF-B5FE-59202A3AE43D}"/>
              </a:ext>
            </a:extLst>
          </p:cNvPr>
          <p:cNvSpPr>
            <a:spLocks noGrp="1"/>
          </p:cNvSpPr>
          <p:nvPr/>
        </p:nvSpPr>
        <p:spPr>
          <a:xfrm>
            <a:off x="1000125" y="4619625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Classification first, color-coded status, searchable visible columns.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5FD141F-6502-43AC-8095-7066C6AE019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D211B99-6D98-4D85-B6B5-CBCC811F272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425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4849670E-2F18-48D8-8D1E-81AF94C5DB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CDC9A6-12C2-4F13-A7DF-43E8C49B623E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D3C79B-4A49-4670-9BF4-1035119DE7CF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523A86-C718-45FC-A3DE-A9BC254D54F2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DFD9B0-60E6-4649-8C50-4090CA80A343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2E6B4-0CB2-41A0-8944-456AF38C4685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0324C5-3BE0-4D48-BBCE-4D56A31A971A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14AB1E-01B3-4ECD-B635-CA8ED1DCF5B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C76B42-8825-481B-B662-7FF1907998D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F6EF94-5B92-4407-A116-A418C090FC2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8AC5D0-DC64-43B1-B4D1-7AB3CFE13E9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D2D5A-E010-47A0-A31D-606F7CB0E076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7EDA5A-5D17-46D8-ACE4-96C16D71CE49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EF826F-8EF1-48AB-BBA9-F99F6F5BCDCF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67F8A5-EF0F-46EF-AB0E-8D44FA1D036E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328866-2D49-48F7-B60C-A97F60D9D951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DB406B-BA9E-45F6-97D6-BC759271610E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3BB1D7-E301-4395-8BA3-A55FA8315999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0C229F-C96C-4C30-B788-470323550FB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BFC02B-4573-4F52-B6D1-80B99001A9B4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4BCD51-48A8-4E4E-9B19-013A38C30B0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8771FC-E037-4FAA-8038-F8868A90FA40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84F01D7-F002-4024-BB5B-6EDABD8448A8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8931AC3-8601-4C9F-9016-332964203A4D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28E1A9-BB46-469E-AB9F-5C4FB346A89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Iterative Development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F678E8-EB98-4298-AC07-23A8C6AB317C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 testing changed the system design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BB9C1A-6127-42CC-96B5-D5C3F75685C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B20BE5AB-872E-4249-BE32-BEEB63ECA327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7EE154-8D77-4DEA-A041-E1E620216FE3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8D26B4-F224-4121-870F-3E607D30F339}"/>
              </a:ext>
            </a:extLst>
          </p:cNvPr>
          <p:cNvSpPr>
            <a:spLocks noGrp="1"/>
          </p:cNvSpPr>
          <p:nvPr/>
        </p:nvSpPr>
        <p:spPr>
          <a:xfrm>
            <a:off x="1847850" y="15240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Jig only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ACFE15-842A-4027-931A-1188D612D0FB}"/>
              </a:ext>
            </a:extLst>
          </p:cNvPr>
          <p:cNvSpPr>
            <a:spLocks noGrp="1"/>
          </p:cNvSpPr>
          <p:nvPr/>
        </p:nvSpPr>
        <p:spPr>
          <a:xfrm>
            <a:off x="1847850" y="184785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Jig &amp; Toolings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81799FD-2EFD-4660-AE5D-2ECAF5A747A9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DCA62B3-5649-4791-838F-56F4955BD855}"/>
              </a:ext>
            </a:extLst>
          </p:cNvPr>
          <p:cNvSpPr>
            <a:spLocks noGrp="1"/>
          </p:cNvSpPr>
          <p:nvPr/>
        </p:nvSpPr>
        <p:spPr>
          <a:xfrm>
            <a:off x="1047750" y="3057525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739555-397C-43D4-8B96-072EE21E44E3}"/>
              </a:ext>
            </a:extLst>
          </p:cNvPr>
          <p:cNvSpPr>
            <a:spLocks noGrp="1"/>
          </p:cNvSpPr>
          <p:nvPr/>
        </p:nvSpPr>
        <p:spPr>
          <a:xfrm>
            <a:off x="1847850" y="29051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URL field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9A3CE73-2C8F-4D83-9719-FD97D9BDB85A}"/>
              </a:ext>
            </a:extLst>
          </p:cNvPr>
          <p:cNvSpPr>
            <a:spLocks noGrp="1"/>
          </p:cNvSpPr>
          <p:nvPr/>
        </p:nvSpPr>
        <p:spPr>
          <a:xfrm>
            <a:off x="1847850" y="32289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Real file upload</a:t>
            </a: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99D2C233-ABFD-4DFB-89FD-637E52A22628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32D1F77-B91C-4A13-B4E9-93837B7DE478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205087-3C4F-4C5E-B78E-2B5696D40A51}"/>
              </a:ext>
            </a:extLst>
          </p:cNvPr>
          <p:cNvSpPr>
            <a:spLocks noGrp="1"/>
          </p:cNvSpPr>
          <p:nvPr/>
        </p:nvSpPr>
        <p:spPr>
          <a:xfrm>
            <a:off x="1847850" y="42862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Simple roles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CEAD633-E001-4F12-8F62-35FC79FE6CF2}"/>
              </a:ext>
            </a:extLst>
          </p:cNvPr>
          <p:cNvSpPr>
            <a:spLocks noGrp="1"/>
          </p:cNvSpPr>
          <p:nvPr/>
        </p:nvSpPr>
        <p:spPr>
          <a:xfrm>
            <a:off x="1847850" y="46101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4-role RBAC</a:t>
            </a: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AEADDE0-903C-443E-9A6E-5CDAB868ABC9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8A3DD0-224D-4966-BFFD-75736A0ED6EF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17015F-AF6A-43DE-9B96-2DA07C1BECBC}"/>
              </a:ext>
            </a:extLst>
          </p:cNvPr>
          <p:cNvSpPr>
            <a:spLocks noGrp="1"/>
          </p:cNvSpPr>
          <p:nvPr/>
        </p:nvSpPr>
        <p:spPr>
          <a:xfrm>
            <a:off x="7372350" y="15240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Manual DRI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D455177-B5D2-489F-9E2B-50962227A917}"/>
              </a:ext>
            </a:extLst>
          </p:cNvPr>
          <p:cNvSpPr>
            <a:spLocks noGrp="1"/>
          </p:cNvSpPr>
          <p:nvPr/>
        </p:nvSpPr>
        <p:spPr>
          <a:xfrm>
            <a:off x="7372350" y="184785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Login auto-fill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06B69FE5-7993-4773-8256-2B253DDB7006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B7BCC86-DBBE-4C53-AE0B-BE7462A471A4}"/>
              </a:ext>
            </a:extLst>
          </p:cNvPr>
          <p:cNvSpPr>
            <a:spLocks noGrp="1"/>
          </p:cNvSpPr>
          <p:nvPr/>
        </p:nvSpPr>
        <p:spPr>
          <a:xfrm>
            <a:off x="6572250" y="3057525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594C06B-8531-4AB7-B061-A113E290A54C}"/>
              </a:ext>
            </a:extLst>
          </p:cNvPr>
          <p:cNvSpPr>
            <a:spLocks noGrp="1"/>
          </p:cNvSpPr>
          <p:nvPr/>
        </p:nvSpPr>
        <p:spPr>
          <a:xfrm>
            <a:off x="7372350" y="29051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Basic status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0A06D75-CD48-4B19-8CA9-A9FFAE210ABB}"/>
              </a:ext>
            </a:extLst>
          </p:cNvPr>
          <p:cNvSpPr>
            <a:spLocks noGrp="1"/>
          </p:cNvSpPr>
          <p:nvPr/>
        </p:nvSpPr>
        <p:spPr>
          <a:xfrm>
            <a:off x="7372350" y="3228975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Defined colored states</a:t>
            </a: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1FD8633D-8AF7-472A-BC8F-572D56F521B6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609600" cy="609600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0CFE19C-1859-4B5C-BC2D-EB0D5B0572F9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60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B0A519E-CBC4-4ACA-BC62-21AB42B10599}"/>
              </a:ext>
            </a:extLst>
          </p:cNvPr>
          <p:cNvSpPr>
            <a:spLocks noGrp="1"/>
          </p:cNvSpPr>
          <p:nvPr/>
        </p:nvSpPr>
        <p:spPr>
          <a:xfrm>
            <a:off x="7372350" y="42862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Loose update log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4E46CE6-80DB-4B4D-AF7D-E11D7C6D7729}"/>
              </a:ext>
            </a:extLst>
          </p:cNvPr>
          <p:cNvSpPr>
            <a:spLocks noGrp="1"/>
          </p:cNvSpPr>
          <p:nvPr/>
        </p:nvSpPr>
        <p:spPr>
          <a:xfrm>
            <a:off x="7372350" y="46101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Old/New traceability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AC6A716-4AF8-403B-84C0-D308008B0C4E}"/>
              </a:ext>
            </a:extLst>
          </p:cNvPr>
          <p:cNvSpPr>
            <a:spLocks noGrp="1"/>
          </p:cNvSpPr>
          <p:nvPr/>
        </p:nvSpPr>
        <p:spPr>
          <a:xfrm>
            <a:off x="1952625" y="5810250"/>
            <a:ext cx="828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Real projects grow through questions, tests, and corrections.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EABE497-2AD7-4CDC-AD8E-CF872CC5AE7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808C020-B110-4D5B-B3B2-A9A3FC55260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2767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7EF5E256-074F-482C-965F-A2C20FE52E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1BA9FF-DD3F-4E25-8FF7-FBB09BDB1B69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58515C-9C3E-41CD-9DE6-A3FCE2F81368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B8F5D9-69BC-45A3-B7D0-DE5961A2D4F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AA3A96-EA77-45FF-B4D4-2451F7907A37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67FF5B-04D5-487F-9903-4BA8A07753D8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BF38BE-7387-4DD9-9591-A5E6A9F9FE19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F6C0C4-D7F0-4BA8-BD6D-CECC170F47F9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1140D4-054B-482A-BFBE-23934975401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B41470-73EB-4FE2-9451-A419B0B2C2C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23A619-D2BA-486A-996D-51F313938CCF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0CD6AC-E0EC-4AEF-AEDE-DBDF0FB66A9E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915F8A-E25F-4430-8627-CB31C974EF85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81DA3F-EA64-45D1-A83B-6434E3932051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DCD98D-5784-4443-A6AD-0F0D85FF5948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C9EF3B-16F7-418B-83F2-B1764725967C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8BF1B9-433A-4BA6-9C8F-68FF3500C0E3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C3C8C9-783C-4C43-95E9-E9EF5C5DA4C7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B67694-2370-413C-A8EC-F6ABDBADED3B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AA2BBC-1115-466D-9F8E-66256499D826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057656-7B53-4BDC-BFCC-2246763183D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8479CB-ADFF-4390-9376-0AF888B5EC35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CF48CB51-B241-433B-9F2E-171E8A537D19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CC751B0-D1FC-4B9A-A059-BC4AFCCE0BBB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CD26F3-14A6-4271-8B14-431DFE58878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Change Logs And Traceability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7201166-4DB4-4453-BBB1-450350CF4C8E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Knowing what changed matters more than only knowing something changed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A96367-A8F5-4C6B-AF24-B80B9CDD498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4D5809-D932-494B-896D-BF7DC2677252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200025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3416D8-E8B1-42FD-A2CE-A669014809C6}"/>
              </a:ext>
            </a:extLst>
          </p:cNvPr>
          <p:cNvSpPr>
            <a:spLocks noGrp="1"/>
          </p:cNvSpPr>
          <p:nvPr/>
        </p:nvSpPr>
        <p:spPr>
          <a:xfrm>
            <a:off x="981075" y="1866900"/>
            <a:ext cx="1847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0B4DE6-57B9-4EE1-A2A0-40F0FA80A4B6}"/>
              </a:ext>
            </a:extLst>
          </p:cNvPr>
          <p:cNvSpPr>
            <a:spLocks noGrp="1"/>
          </p:cNvSpPr>
          <p:nvPr/>
        </p:nvSpPr>
        <p:spPr>
          <a:xfrm>
            <a:off x="2905125" y="1762125"/>
            <a:ext cx="209550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13728D0-F181-4BA4-AC79-0FDC6EA35D7F}"/>
              </a:ext>
            </a:extLst>
          </p:cNvPr>
          <p:cNvSpPr>
            <a:spLocks noGrp="1"/>
          </p:cNvSpPr>
          <p:nvPr/>
        </p:nvSpPr>
        <p:spPr>
          <a:xfrm>
            <a:off x="2981325" y="1866900"/>
            <a:ext cx="1943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003A0D-1965-4F81-909E-410E0F29A126}"/>
              </a:ext>
            </a:extLst>
          </p:cNvPr>
          <p:cNvSpPr>
            <a:spLocks noGrp="1"/>
          </p:cNvSpPr>
          <p:nvPr/>
        </p:nvSpPr>
        <p:spPr>
          <a:xfrm>
            <a:off x="5000625" y="1762125"/>
            <a:ext cx="171450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2570117-33EF-46E5-BAFA-55675C79C056}"/>
              </a:ext>
            </a:extLst>
          </p:cNvPr>
          <p:cNvSpPr>
            <a:spLocks noGrp="1"/>
          </p:cNvSpPr>
          <p:nvPr/>
        </p:nvSpPr>
        <p:spPr>
          <a:xfrm>
            <a:off x="5076825" y="1866900"/>
            <a:ext cx="1562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Old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448F6D-B454-4043-87E3-672BFA821D52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171450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7746B8-565D-420E-976D-251CE74EF4D6}"/>
              </a:ext>
            </a:extLst>
          </p:cNvPr>
          <p:cNvSpPr>
            <a:spLocks noGrp="1"/>
          </p:cNvSpPr>
          <p:nvPr/>
        </p:nvSpPr>
        <p:spPr>
          <a:xfrm>
            <a:off x="6791325" y="1866900"/>
            <a:ext cx="1562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608E6B-BCE7-4057-B442-6F0376A3E8AF}"/>
              </a:ext>
            </a:extLst>
          </p:cNvPr>
          <p:cNvSpPr>
            <a:spLocks noGrp="1"/>
          </p:cNvSpPr>
          <p:nvPr/>
        </p:nvSpPr>
        <p:spPr>
          <a:xfrm>
            <a:off x="8429625" y="1762125"/>
            <a:ext cx="161925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B71080-72B1-4CD9-95A7-B721560B9143}"/>
              </a:ext>
            </a:extLst>
          </p:cNvPr>
          <p:cNvSpPr>
            <a:spLocks noGrp="1"/>
          </p:cNvSpPr>
          <p:nvPr/>
        </p:nvSpPr>
        <p:spPr>
          <a:xfrm>
            <a:off x="8505825" y="18669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52D32EB-9DF5-47B0-9E53-0470252DE261}"/>
              </a:ext>
            </a:extLst>
          </p:cNvPr>
          <p:cNvSpPr>
            <a:spLocks noGrp="1"/>
          </p:cNvSpPr>
          <p:nvPr/>
        </p:nvSpPr>
        <p:spPr>
          <a:xfrm>
            <a:off x="10048875" y="1762125"/>
            <a:ext cx="2190750" cy="400050"/>
          </a:xfrm>
          <a:prstGeom prst="rect">
            <a:avLst/>
          </a:prstGeom>
          <a:solidFill>
            <a:srgbClr val="1018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D4FBB0-5E36-44A7-A335-AFBCFDEB5857}"/>
              </a:ext>
            </a:extLst>
          </p:cNvPr>
          <p:cNvSpPr>
            <a:spLocks noGrp="1"/>
          </p:cNvSpPr>
          <p:nvPr/>
        </p:nvSpPr>
        <p:spPr>
          <a:xfrm>
            <a:off x="10125075" y="18669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2F36E25-3F10-4B09-B86C-D78B96C30D3D}"/>
              </a:ext>
            </a:extLst>
          </p:cNvPr>
          <p:cNvSpPr>
            <a:spLocks noGrp="1"/>
          </p:cNvSpPr>
          <p:nvPr/>
        </p:nvSpPr>
        <p:spPr>
          <a:xfrm>
            <a:off x="904875" y="2162175"/>
            <a:ext cx="200025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1C5C90F-D618-4041-B1A3-029CA4BEC868}"/>
              </a:ext>
            </a:extLst>
          </p:cNvPr>
          <p:cNvSpPr>
            <a:spLocks noGrp="1"/>
          </p:cNvSpPr>
          <p:nvPr/>
        </p:nvSpPr>
        <p:spPr>
          <a:xfrm>
            <a:off x="981075" y="2257425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2026-05-22 16:31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E653AA-84C0-4CBB-BB09-8C696447766D}"/>
              </a:ext>
            </a:extLst>
          </p:cNvPr>
          <p:cNvSpPr>
            <a:spLocks noGrp="1"/>
          </p:cNvSpPr>
          <p:nvPr/>
        </p:nvSpPr>
        <p:spPr>
          <a:xfrm>
            <a:off x="2905125" y="2162175"/>
            <a:ext cx="209550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537D57-674F-486D-ABC1-0AFD509D135E}"/>
              </a:ext>
            </a:extLst>
          </p:cNvPr>
          <p:cNvSpPr>
            <a:spLocks noGrp="1"/>
          </p:cNvSpPr>
          <p:nvPr/>
        </p:nvSpPr>
        <p:spPr>
          <a:xfrm>
            <a:off x="2981325" y="2257425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STATUS_CHANGE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E2C4B23-9C60-4B8C-92D7-0605C8120125}"/>
              </a:ext>
            </a:extLst>
          </p:cNvPr>
          <p:cNvSpPr>
            <a:spLocks noGrp="1"/>
          </p:cNvSpPr>
          <p:nvPr/>
        </p:nvSpPr>
        <p:spPr>
          <a:xfrm>
            <a:off x="5000625" y="2162175"/>
            <a:ext cx="171450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11E492-B0CB-4D7C-AF6F-70F3B120C700}"/>
              </a:ext>
            </a:extLst>
          </p:cNvPr>
          <p:cNvSpPr>
            <a:spLocks noGrp="1"/>
          </p:cNvSpPr>
          <p:nvPr/>
        </p:nvSpPr>
        <p:spPr>
          <a:xfrm>
            <a:off x="5076825" y="225742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BB9E957-2316-4C31-9728-AF7B8C9394B4}"/>
              </a:ext>
            </a:extLst>
          </p:cNvPr>
          <p:cNvSpPr>
            <a:spLocks noGrp="1"/>
          </p:cNvSpPr>
          <p:nvPr/>
        </p:nvSpPr>
        <p:spPr>
          <a:xfrm>
            <a:off x="6715125" y="2162175"/>
            <a:ext cx="171450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4CC4750-C683-4D22-B45D-22C18D3B607B}"/>
              </a:ext>
            </a:extLst>
          </p:cNvPr>
          <p:cNvSpPr>
            <a:spLocks noGrp="1"/>
          </p:cNvSpPr>
          <p:nvPr/>
        </p:nvSpPr>
        <p:spPr>
          <a:xfrm>
            <a:off x="6791325" y="225742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 Process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1297FF9-73E6-4509-AC49-D5D0E48AD768}"/>
              </a:ext>
            </a:extLst>
          </p:cNvPr>
          <p:cNvSpPr>
            <a:spLocks noGrp="1"/>
          </p:cNvSpPr>
          <p:nvPr/>
        </p:nvSpPr>
        <p:spPr>
          <a:xfrm>
            <a:off x="8429625" y="2162175"/>
            <a:ext cx="161925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F9BF79B-BD7B-4F81-B5EF-0631D0AB9B5F}"/>
              </a:ext>
            </a:extLst>
          </p:cNvPr>
          <p:cNvSpPr>
            <a:spLocks noGrp="1"/>
          </p:cNvSpPr>
          <p:nvPr/>
        </p:nvSpPr>
        <p:spPr>
          <a:xfrm>
            <a:off x="8505825" y="225742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jj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44A6A1D-9FB1-4E3A-89CB-D044945C3227}"/>
              </a:ext>
            </a:extLst>
          </p:cNvPr>
          <p:cNvSpPr>
            <a:spLocks noGrp="1"/>
          </p:cNvSpPr>
          <p:nvPr/>
        </p:nvSpPr>
        <p:spPr>
          <a:xfrm>
            <a:off x="10048875" y="2162175"/>
            <a:ext cx="2190750" cy="409575"/>
          </a:xfrm>
          <a:prstGeom prst="rect">
            <a:avLst/>
          </a:prstGeom>
          <a:solidFill>
            <a:srgbClr val="EFF6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B3545E-9F5F-4A02-BC55-D15CD6CE4059}"/>
              </a:ext>
            </a:extLst>
          </p:cNvPr>
          <p:cNvSpPr>
            <a:spLocks noGrp="1"/>
          </p:cNvSpPr>
          <p:nvPr/>
        </p:nvSpPr>
        <p:spPr>
          <a:xfrm>
            <a:off x="10125075" y="2257425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Changed from Edit form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7C908D6-C9DA-4931-8A21-289B01847FE5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200025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1E428F9-50D8-45D4-8556-C6159D71453B}"/>
              </a:ext>
            </a:extLst>
          </p:cNvPr>
          <p:cNvSpPr>
            <a:spLocks noGrp="1"/>
          </p:cNvSpPr>
          <p:nvPr/>
        </p:nvSpPr>
        <p:spPr>
          <a:xfrm>
            <a:off x="981075" y="266700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2026-05-22 16:28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17C0872-C621-412B-B27F-7AE327C331CF}"/>
              </a:ext>
            </a:extLst>
          </p:cNvPr>
          <p:cNvSpPr>
            <a:spLocks noGrp="1"/>
          </p:cNvSpPr>
          <p:nvPr/>
        </p:nvSpPr>
        <p:spPr>
          <a:xfrm>
            <a:off x="2905125" y="2571750"/>
            <a:ext cx="209550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D69AD5B-9667-4564-867A-48CEF57C11F5}"/>
              </a:ext>
            </a:extLst>
          </p:cNvPr>
          <p:cNvSpPr>
            <a:spLocks noGrp="1"/>
          </p:cNvSpPr>
          <p:nvPr/>
        </p:nvSpPr>
        <p:spPr>
          <a:xfrm>
            <a:off x="2981325" y="2667000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DUE_DATE_CHANGE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359B187-559D-4392-A988-5D40FA4BD69B}"/>
              </a:ext>
            </a:extLst>
          </p:cNvPr>
          <p:cNvSpPr>
            <a:spLocks noGrp="1"/>
          </p:cNvSpPr>
          <p:nvPr/>
        </p:nvSpPr>
        <p:spPr>
          <a:xfrm>
            <a:off x="5000625" y="2571750"/>
            <a:ext cx="171450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2825355-EBB0-47CD-B153-DF1D51A9F1A0}"/>
              </a:ext>
            </a:extLst>
          </p:cNvPr>
          <p:cNvSpPr>
            <a:spLocks noGrp="1"/>
          </p:cNvSpPr>
          <p:nvPr/>
        </p:nvSpPr>
        <p:spPr>
          <a:xfrm>
            <a:off x="5076825" y="266700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2026-05-22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B2D7BF0-C9FF-4830-8210-CFE282D5FA99}"/>
              </a:ext>
            </a:extLst>
          </p:cNvPr>
          <p:cNvSpPr>
            <a:spLocks noGrp="1"/>
          </p:cNvSpPr>
          <p:nvPr/>
        </p:nvSpPr>
        <p:spPr>
          <a:xfrm>
            <a:off x="6715125" y="2571750"/>
            <a:ext cx="171450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BB84F3E-85D5-4989-AEE7-0A432C444E38}"/>
              </a:ext>
            </a:extLst>
          </p:cNvPr>
          <p:cNvSpPr>
            <a:spLocks noGrp="1"/>
          </p:cNvSpPr>
          <p:nvPr/>
        </p:nvSpPr>
        <p:spPr>
          <a:xfrm>
            <a:off x="6791325" y="266700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2026-06-30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9F3115E-1808-4C0C-A445-B39520611D51}"/>
              </a:ext>
            </a:extLst>
          </p:cNvPr>
          <p:cNvSpPr>
            <a:spLocks noGrp="1"/>
          </p:cNvSpPr>
          <p:nvPr/>
        </p:nvSpPr>
        <p:spPr>
          <a:xfrm>
            <a:off x="8429625" y="2571750"/>
            <a:ext cx="161925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C28F1B4-5E27-471D-9AB2-CD5A55E3265F}"/>
              </a:ext>
            </a:extLst>
          </p:cNvPr>
          <p:cNvSpPr>
            <a:spLocks noGrp="1"/>
          </p:cNvSpPr>
          <p:nvPr/>
        </p:nvSpPr>
        <p:spPr>
          <a:xfrm>
            <a:off x="8505825" y="2667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jj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C1E9DEE-1AC2-49E8-957D-D3D92AF1B18F}"/>
              </a:ext>
            </a:extLst>
          </p:cNvPr>
          <p:cNvSpPr>
            <a:spLocks noGrp="1"/>
          </p:cNvSpPr>
          <p:nvPr/>
        </p:nvSpPr>
        <p:spPr>
          <a:xfrm>
            <a:off x="10048875" y="2571750"/>
            <a:ext cx="2190750" cy="409575"/>
          </a:xfrm>
          <a:prstGeom prst="rect">
            <a:avLst/>
          </a:prstGeom>
          <a:solidFill>
            <a:srgbClr val="F0FDFA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0DF33E4-BE35-483A-BE93-497456E75B41}"/>
              </a:ext>
            </a:extLst>
          </p:cNvPr>
          <p:cNvSpPr>
            <a:spLocks noGrp="1"/>
          </p:cNvSpPr>
          <p:nvPr/>
        </p:nvSpPr>
        <p:spPr>
          <a:xfrm>
            <a:off x="10125075" y="266700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Maintenance schedule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39583B5-DD79-4D2A-89C7-AB3EE12CA5DB}"/>
              </a:ext>
            </a:extLst>
          </p:cNvPr>
          <p:cNvSpPr>
            <a:spLocks noGrp="1"/>
          </p:cNvSpPr>
          <p:nvPr/>
        </p:nvSpPr>
        <p:spPr>
          <a:xfrm>
            <a:off x="904875" y="2981325"/>
            <a:ext cx="200025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14E3EAA-43A1-4227-A81D-83571608C7E7}"/>
              </a:ext>
            </a:extLst>
          </p:cNvPr>
          <p:cNvSpPr>
            <a:spLocks noGrp="1"/>
          </p:cNvSpPr>
          <p:nvPr/>
        </p:nvSpPr>
        <p:spPr>
          <a:xfrm>
            <a:off x="981075" y="3076575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2026-05-22 16:20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A10CAB8-B082-4D38-BA69-013E6A7A0EFA}"/>
              </a:ext>
            </a:extLst>
          </p:cNvPr>
          <p:cNvSpPr>
            <a:spLocks noGrp="1"/>
          </p:cNvSpPr>
          <p:nvPr/>
        </p:nvSpPr>
        <p:spPr>
          <a:xfrm>
            <a:off x="2905125" y="2981325"/>
            <a:ext cx="209550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DB47B4A-1A4A-4F56-8F14-E4EAEA652000}"/>
              </a:ext>
            </a:extLst>
          </p:cNvPr>
          <p:cNvSpPr>
            <a:spLocks noGrp="1"/>
          </p:cNvSpPr>
          <p:nvPr/>
        </p:nvSpPr>
        <p:spPr>
          <a:xfrm>
            <a:off x="2981325" y="3076575"/>
            <a:ext cx="1943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FILE_REPLACE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B3D0A77-F302-4B77-9A34-E36C47AF042B}"/>
              </a:ext>
            </a:extLst>
          </p:cNvPr>
          <p:cNvSpPr>
            <a:spLocks noGrp="1"/>
          </p:cNvSpPr>
          <p:nvPr/>
        </p:nvSpPr>
        <p:spPr>
          <a:xfrm>
            <a:off x="5000625" y="2981325"/>
            <a:ext cx="171450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5B252E9-DFD9-46B6-9625-87DA77F3826E}"/>
              </a:ext>
            </a:extLst>
          </p:cNvPr>
          <p:cNvSpPr>
            <a:spLocks noGrp="1"/>
          </p:cNvSpPr>
          <p:nvPr/>
        </p:nvSpPr>
        <p:spPr>
          <a:xfrm>
            <a:off x="5076825" y="307657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388F5A8-1C12-4CBB-8EB7-C517B4A75799}"/>
              </a:ext>
            </a:extLst>
          </p:cNvPr>
          <p:cNvSpPr>
            <a:spLocks noGrp="1"/>
          </p:cNvSpPr>
          <p:nvPr/>
        </p:nvSpPr>
        <p:spPr>
          <a:xfrm>
            <a:off x="6715125" y="2981325"/>
            <a:ext cx="171450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E190B75-9FAD-4857-B614-715A70189582}"/>
              </a:ext>
            </a:extLst>
          </p:cNvPr>
          <p:cNvSpPr>
            <a:spLocks noGrp="1"/>
          </p:cNvSpPr>
          <p:nvPr/>
        </p:nvSpPr>
        <p:spPr>
          <a:xfrm>
            <a:off x="6791325" y="3076575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BF41184-8123-4AD0-8CC4-EEA19E3124FA}"/>
              </a:ext>
            </a:extLst>
          </p:cNvPr>
          <p:cNvSpPr>
            <a:spLocks noGrp="1"/>
          </p:cNvSpPr>
          <p:nvPr/>
        </p:nvSpPr>
        <p:spPr>
          <a:xfrm>
            <a:off x="8429625" y="2981325"/>
            <a:ext cx="161925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F1F5D7-DB4F-45B7-88DD-480A4CE3AC71}"/>
              </a:ext>
            </a:extLst>
          </p:cNvPr>
          <p:cNvSpPr>
            <a:spLocks noGrp="1"/>
          </p:cNvSpPr>
          <p:nvPr/>
        </p:nvSpPr>
        <p:spPr>
          <a:xfrm>
            <a:off x="8505825" y="3076575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556287-1CFF-4AD0-8CE3-CC96E2627174}"/>
              </a:ext>
            </a:extLst>
          </p:cNvPr>
          <p:cNvSpPr>
            <a:spLocks noGrp="1"/>
          </p:cNvSpPr>
          <p:nvPr/>
        </p:nvSpPr>
        <p:spPr>
          <a:xfrm>
            <a:off x="10048875" y="2981325"/>
            <a:ext cx="2190750" cy="409575"/>
          </a:xfrm>
          <a:prstGeom prst="rect">
            <a:avLst/>
          </a:prstGeom>
          <a:solidFill>
            <a:srgbClr val="FFFBE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4BF4DCB-7900-4E67-B08F-289721393D49}"/>
              </a:ext>
            </a:extLst>
          </p:cNvPr>
          <p:cNvSpPr>
            <a:spLocks noGrp="1"/>
          </p:cNvSpPr>
          <p:nvPr/>
        </p:nvSpPr>
        <p:spPr>
          <a:xfrm>
            <a:off x="10125075" y="3076575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Replaced drawing.pdf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52DF590-05A8-4AA5-9CC8-D5912DDC6BA2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9144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93E8868-2DBE-48B7-A85D-A3204B5F9505}"/>
              </a:ext>
            </a:extLst>
          </p:cNvPr>
          <p:cNvSpPr>
            <a:spLocks noGrp="1"/>
          </p:cNvSpPr>
          <p:nvPr/>
        </p:nvSpPr>
        <p:spPr>
          <a:xfrm>
            <a:off x="1809750" y="4333875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Traceability answers: who, when, action, old value, new value.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9B0AC0A-D883-4A4C-B395-943D329C0B0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70B9772-B780-4314-94A8-1D26D99A7FE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0020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379BF2C-F034-4B1B-866F-AF2BD826B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AE0500-A85B-4305-94C6-00F159C49AA3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67F8D-9396-4F73-A2B4-873E57B31A56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6892AA-2439-4667-B2AA-65338B8C1D7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264880-E409-4063-A544-EDB70D475294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EF0FA3-AD36-4CC0-A92A-12B036829161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6F6DD1-7EA1-4082-A625-D2AF444379DB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B816AA-4927-4D65-9DB2-6BFE639DD35B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1DB15-96A6-4010-B5BC-7287F45AF118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55CC73-6311-4ED4-B738-3D8035C03A54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57FE1A-B4A2-4C98-99E5-30D8D26D4AFB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A94A71-A964-46B9-B812-98B7D1B2D2A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85948F-4039-4BD6-8A94-231BDBDB219A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8EC507-7CC6-4BEA-BCB6-CA05FE9EF25A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63BA14-9B2E-48C4-9032-CACCD51D1A4E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B5C096-8A81-4A6F-A7C6-A92A8BE2BFD2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C2339E-1376-4CA8-B8F9-D0564824F016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B90540-8EDB-4847-A725-89C1BFB71E66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4A1D3E-D524-4189-8405-526AA8748BF2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395FB1-FFAD-4D4B-924D-764061E61A7E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9215EB-A019-4954-A33D-58B17BF414B4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E406DA-DB29-46AA-9DE6-2A2272443F8B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4E0A5D0E-AA4C-4D9E-BC87-01DD838D85F5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8BF643F-148C-435B-9198-350134EACE40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CDE72D-5CB9-4C18-B772-94B04161BE7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Testing And Verification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0AB6E2-490F-47A3-A5EB-FC4A2E32F845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Automated tests reduce regression risk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4E49F7-682D-4785-BDF3-445C8F107B9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0AC817-005D-480C-AFC7-89E9DB734486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438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0" b="1">
                <a:solidFill>
                  <a:srgbClr val="1F6FEB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1F6FEB"/>
                </a:solidFill>
                <a:latin typeface="Aptos Display"/>
                <a:ea typeface="Aptos Display"/>
                <a:cs typeface="Aptos Display"/>
              </a:rPr>
              <a:t>47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DB4509-9EB1-4E45-BE82-11FB227AF3CD}"/>
              </a:ext>
            </a:extLst>
          </p:cNvPr>
          <p:cNvSpPr>
            <a:spLocks noGrp="1"/>
          </p:cNvSpPr>
          <p:nvPr/>
        </p:nvSpPr>
        <p:spPr>
          <a:xfrm>
            <a:off x="2000250" y="1876425"/>
            <a:ext cx="3048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24F48D-E951-4086-B3A2-2DF6BF2735C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57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mvn test | Failures: 0 | Errors: 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05D962-7146-4DD7-8B4A-79969F593E6D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D14A6EE-C7ED-4997-B39A-6F11D34BF9AD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57150" cy="12382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5A67F3B-27A0-43CE-BEF3-CE31934BACAC}"/>
              </a:ext>
            </a:extLst>
          </p:cNvPr>
          <p:cNvSpPr>
            <a:spLocks noGrp="1"/>
          </p:cNvSpPr>
          <p:nvPr/>
        </p:nvSpPr>
        <p:spPr>
          <a:xfrm>
            <a:off x="5924550" y="1695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E209CC1-C4B9-4F63-83B2-463ED3265E1C}"/>
              </a:ext>
            </a:extLst>
          </p:cNvPr>
          <p:cNvSpPr>
            <a:spLocks noGrp="1"/>
          </p:cNvSpPr>
          <p:nvPr/>
        </p:nvSpPr>
        <p:spPr>
          <a:xfrm>
            <a:off x="5924550" y="20764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ADMIN, SUPERVISOR, ENGINEER, OPERATOR rules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40012EE-4488-4D03-B8F2-92FCA100E8FC}"/>
              </a:ext>
            </a:extLst>
          </p:cNvPr>
          <p:cNvSpPr>
            <a:spLocks noGrp="1"/>
          </p:cNvSpPr>
          <p:nvPr/>
        </p:nvSpPr>
        <p:spPr>
          <a:xfrm>
            <a:off x="8477250" y="15240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296264-5630-4156-816F-03970519DD3A}"/>
              </a:ext>
            </a:extLst>
          </p:cNvPr>
          <p:cNvSpPr>
            <a:spLocks noGrp="1"/>
          </p:cNvSpPr>
          <p:nvPr/>
        </p:nvSpPr>
        <p:spPr>
          <a:xfrm>
            <a:off x="8477250" y="1524000"/>
            <a:ext cx="57150" cy="1238250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CF63BE-89B3-4106-BBD6-A1F3F13756B0}"/>
              </a:ext>
            </a:extLst>
          </p:cNvPr>
          <p:cNvSpPr>
            <a:spLocks noGrp="1"/>
          </p:cNvSpPr>
          <p:nvPr/>
        </p:nvSpPr>
        <p:spPr>
          <a:xfrm>
            <a:off x="8686800" y="1695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Jig Numbering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46D539B-1511-4566-9276-D2FDE1890F63}"/>
              </a:ext>
            </a:extLst>
          </p:cNvPr>
          <p:cNvSpPr>
            <a:spLocks noGrp="1"/>
          </p:cNvSpPr>
          <p:nvPr/>
        </p:nvSpPr>
        <p:spPr>
          <a:xfrm>
            <a:off x="8686800" y="20764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Semi-auto prefix and duplicate checks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6CAAF4D-30D8-4E34-8C6B-1CD36CA36598}"/>
              </a:ext>
            </a:extLst>
          </p:cNvPr>
          <p:cNvSpPr>
            <a:spLocks noGrp="1"/>
          </p:cNvSpPr>
          <p:nvPr/>
        </p:nvSpPr>
        <p:spPr>
          <a:xfrm>
            <a:off x="5715000" y="32385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2442B0C-E287-443E-841E-FB8AB474BB1D}"/>
              </a:ext>
            </a:extLst>
          </p:cNvPr>
          <p:cNvSpPr>
            <a:spLocks noGrp="1"/>
          </p:cNvSpPr>
          <p:nvPr/>
        </p:nvSpPr>
        <p:spPr>
          <a:xfrm>
            <a:off x="5715000" y="3238500"/>
            <a:ext cx="57150" cy="1238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050BD34-A082-4DDC-BB8E-B44F87680E1E}"/>
              </a:ext>
            </a:extLst>
          </p:cNvPr>
          <p:cNvSpPr>
            <a:spLocks noGrp="1"/>
          </p:cNvSpPr>
          <p:nvPr/>
        </p:nvSpPr>
        <p:spPr>
          <a:xfrm>
            <a:off x="5924550" y="3409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722904-D20F-4E7F-9976-53AFEB964339}"/>
              </a:ext>
            </a:extLst>
          </p:cNvPr>
          <p:cNvSpPr>
            <a:spLocks noGrp="1"/>
          </p:cNvSpPr>
          <p:nvPr/>
        </p:nvSpPr>
        <p:spPr>
          <a:xfrm>
            <a:off x="5924550" y="37909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Status / due date old-new records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EF8D7E8-C86E-442E-985E-1AD4EE800B88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2381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0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F511651-D457-4CF3-B957-FE3622DE1A8E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57150" cy="12382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4EA4E8-2238-4379-971B-00FFE147EC35}"/>
              </a:ext>
            </a:extLst>
          </p:cNvPr>
          <p:cNvSpPr>
            <a:spLocks noGrp="1"/>
          </p:cNvSpPr>
          <p:nvPr/>
        </p:nvSpPr>
        <p:spPr>
          <a:xfrm>
            <a:off x="8686800" y="34099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E44E94E-6241-4A2B-9F84-7C61D4526407}"/>
              </a:ext>
            </a:extLst>
          </p:cNvPr>
          <p:cNvSpPr>
            <a:spLocks noGrp="1"/>
          </p:cNvSpPr>
          <p:nvPr/>
        </p:nvSpPr>
        <p:spPr>
          <a:xfrm>
            <a:off x="8686800" y="37909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Password change and user audit logs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E82D9AB-016C-477A-8086-F9F32CD1659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2490C41-8EA5-4D5E-AD62-5964BDA54FB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351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63741A0D-9C77-4B2A-A275-7A0F9F61CB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BD701C-D578-4DD6-8E40-C48CA48D6EAD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E83ECD-B5DC-4352-ACA9-7EFF34F26AEB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5B6704-61CF-42C3-81DB-3E0005B7BCB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AA375E-4183-4454-BEB3-87D8194D3F06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CD487B-64F0-4084-B69B-29EE94A53DD3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F14B53-C658-4E58-9DB1-4FC8B34791FB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14B37-3655-4E47-836A-AF6647DA25F2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03F32A-E6A6-4BE5-B92E-3C7FCBE4824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307A7B-23F5-45C2-9107-38733BF52529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6B6D78-747E-41C9-A47D-BF34FA829D16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C62312-1677-4E3F-8243-9B3549478E8B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5E910D-B46C-43C5-AF54-5CE686E17D08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23AB6E-431F-4378-AF87-4EF71DB80C3C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3B3D37-4209-4622-8B3E-7D9E43E34D08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FC03AE-AE91-4CCC-9936-E34F25930117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16D0DF-95F3-4209-879C-41629A3BDBD4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89A803-0F98-41FB-A860-D8F2D05D9A8B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5B2E9B-6A35-4C86-AA75-3BFF0588533C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19E0A8-C9F0-4DBE-AF37-F72F62217F5E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702872-C0C9-4341-B490-50AD391E68E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4590CC-138F-475D-856B-74CFB699ACDE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C82AAE4-CF85-483B-A94E-E52AD59D83B6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508E814-BB96-486B-9218-D1D8F356D6C0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CEDB52-1103-4B7A-8447-A1A98D265F5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Deployment And Handoff Plan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0C1F76-4D18-48DF-A591-AA667939A3BF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server PC, many browser users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DBA44A-0BD4-4E7C-B079-80A90D14819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40B639-A694-47F3-92CD-1278DED148A4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2190750" cy="1095375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C733F3-24FA-4164-B6D1-A7DD03F1F54A}"/>
              </a:ext>
            </a:extLst>
          </p:cNvPr>
          <p:cNvSpPr>
            <a:spLocks noGrp="1"/>
          </p:cNvSpPr>
          <p:nvPr/>
        </p:nvSpPr>
        <p:spPr>
          <a:xfrm>
            <a:off x="1019175" y="24955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Server PC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85B7EB-6E63-486D-B053-EA653FA5BE47}"/>
              </a:ext>
            </a:extLst>
          </p:cNvPr>
          <p:cNvSpPr>
            <a:spLocks noGrp="1"/>
          </p:cNvSpPr>
          <p:nvPr/>
        </p:nvSpPr>
        <p:spPr>
          <a:xfrm>
            <a:off x="1019175" y="2781300"/>
            <a:ext cx="19621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 17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MySQL</a:t>
            </a:r>
          </a:p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Boot JAR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EEE0BC-4461-4F27-9DA4-81C56EF70C59}"/>
              </a:ext>
            </a:extLst>
          </p:cNvPr>
          <p:cNvSpPr>
            <a:spLocks noGrp="1"/>
          </p:cNvSpPr>
          <p:nvPr/>
        </p:nvSpPr>
        <p:spPr>
          <a:xfrm>
            <a:off x="5000625" y="1809750"/>
            <a:ext cx="2190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15F30B8-A0B5-41EF-A2B0-B5ED1C034B54}"/>
              </a:ext>
            </a:extLst>
          </p:cNvPr>
          <p:cNvSpPr>
            <a:spLocks noGrp="1"/>
          </p:cNvSpPr>
          <p:nvPr/>
        </p:nvSpPr>
        <p:spPr>
          <a:xfrm>
            <a:off x="5114925" y="19240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Office PC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7BD3F4-00E8-4FCC-A53B-23ADEE3E2E8E}"/>
              </a:ext>
            </a:extLst>
          </p:cNvPr>
          <p:cNvSpPr>
            <a:spLocks noGrp="1"/>
          </p:cNvSpPr>
          <p:nvPr/>
        </p:nvSpPr>
        <p:spPr>
          <a:xfrm>
            <a:off x="5114925" y="2209800"/>
            <a:ext cx="1962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Browser only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6867242-78C8-47E6-90F0-677B7B384EFD}"/>
              </a:ext>
            </a:extLst>
          </p:cNvPr>
          <p:cNvSpPr>
            <a:spLocks noGrp="1"/>
          </p:cNvSpPr>
          <p:nvPr/>
        </p:nvSpPr>
        <p:spPr>
          <a:xfrm>
            <a:off x="5000625" y="3143250"/>
            <a:ext cx="2190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71E8E2-5A95-473A-B146-B7B4A893162A}"/>
              </a:ext>
            </a:extLst>
          </p:cNvPr>
          <p:cNvSpPr>
            <a:spLocks noGrp="1"/>
          </p:cNvSpPr>
          <p:nvPr/>
        </p:nvSpPr>
        <p:spPr>
          <a:xfrm>
            <a:off x="5114925" y="32575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Line PC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9CA99D-B22E-4316-BECE-83BB35CBBAC5}"/>
              </a:ext>
            </a:extLst>
          </p:cNvPr>
          <p:cNvSpPr>
            <a:spLocks noGrp="1"/>
          </p:cNvSpPr>
          <p:nvPr/>
        </p:nvSpPr>
        <p:spPr>
          <a:xfrm>
            <a:off x="5114925" y="3543300"/>
            <a:ext cx="1962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Browser only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F436B5-CCEA-4673-8B33-D8AFEB8D4520}"/>
              </a:ext>
            </a:extLst>
          </p:cNvPr>
          <p:cNvSpPr>
            <a:spLocks noGrp="1"/>
          </p:cNvSpPr>
          <p:nvPr/>
        </p:nvSpPr>
        <p:spPr>
          <a:xfrm>
            <a:off x="8572500" y="2476500"/>
            <a:ext cx="2190750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785E9D-BA74-4BA7-BE93-BC4A2E9CAFA2}"/>
              </a:ext>
            </a:extLst>
          </p:cNvPr>
          <p:cNvSpPr>
            <a:spLocks noGrp="1"/>
          </p:cNvSpPr>
          <p:nvPr/>
        </p:nvSpPr>
        <p:spPr>
          <a:xfrm>
            <a:off x="8686800" y="2590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URL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4106E8A-AD9D-4198-8A72-4A3785A3005B}"/>
              </a:ext>
            </a:extLst>
          </p:cNvPr>
          <p:cNvSpPr>
            <a:spLocks noGrp="1"/>
          </p:cNvSpPr>
          <p:nvPr/>
        </p:nvSpPr>
        <p:spPr>
          <a:xfrm>
            <a:off x="8686800" y="2876550"/>
            <a:ext cx="19621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http://192.168.1.50:8080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A007E61-80E3-4026-B470-0E50F38E0942}"/>
              </a:ext>
            </a:extLst>
          </p:cNvPr>
          <p:cNvSpPr>
            <a:spLocks noGrp="1"/>
          </p:cNvSpPr>
          <p:nvPr/>
        </p:nvSpPr>
        <p:spPr>
          <a:xfrm>
            <a:off x="1381125" y="4810125"/>
            <a:ext cx="9429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Customer does not need to install the system on every computer.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7146473-F397-44CC-9869-23D3CD81C44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DC42F36-A3AA-4759-8A75-A88A288C9EB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F4F5EABE-1DB5-D7C2-28C3-73D9B3AF81EF}"/>
              </a:ext>
            </a:extLst>
          </p:cNvPr>
          <p:cNvCxnSpPr>
            <a:endCxn id="31" idx="1"/>
          </p:cNvCxnSpPr>
          <p:nvPr/>
        </p:nvCxnSpPr>
        <p:spPr>
          <a:xfrm flipV="1">
            <a:off x="3095625" y="2262188"/>
            <a:ext cx="1905000" cy="614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78C667E7-0ECA-6F3B-9F8A-98DB85317011}"/>
              </a:ext>
            </a:extLst>
          </p:cNvPr>
          <p:cNvCxnSpPr>
            <a:endCxn id="34" idx="1"/>
          </p:cNvCxnSpPr>
          <p:nvPr/>
        </p:nvCxnSpPr>
        <p:spPr>
          <a:xfrm>
            <a:off x="3095625" y="2857500"/>
            <a:ext cx="1905000" cy="738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DE8A44D8-F116-67ED-E2B2-00F3B35E7F90}"/>
              </a:ext>
            </a:extLst>
          </p:cNvPr>
          <p:cNvCxnSpPr>
            <a:stCxn id="31" idx="3"/>
            <a:endCxn id="37" idx="1"/>
          </p:cNvCxnSpPr>
          <p:nvPr/>
        </p:nvCxnSpPr>
        <p:spPr>
          <a:xfrm>
            <a:off x="7191375" y="2262188"/>
            <a:ext cx="1381125" cy="66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EBA095FE-5B96-D870-B800-8666F1E8B54F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 flipV="1">
            <a:off x="7191375" y="2928938"/>
            <a:ext cx="1381125" cy="66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52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651A5F02-41AF-4D70-84D5-DF1F7725C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75092F-9A93-43C1-994A-AA1F628CC1C0}"/>
              </a:ext>
            </a:extLst>
          </p:cNvPr>
          <p:cNvSpPr>
            <a:spLocks noGrp="1"/>
          </p:cNvSpPr>
          <p:nvPr/>
        </p:nvSpPr>
        <p:spPr>
          <a:xfrm>
            <a:off x="-76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F4B3B3-4387-43E7-8B30-2D5C86825F6C}"/>
              </a:ext>
            </a:extLst>
          </p:cNvPr>
          <p:cNvSpPr>
            <a:spLocks noGrp="1"/>
          </p:cNvSpPr>
          <p:nvPr/>
        </p:nvSpPr>
        <p:spPr>
          <a:xfrm>
            <a:off x="38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88BB27-1B67-4BE3-B45E-F5177119C895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89D6BB-9FD5-483C-9B6C-51D762446895}"/>
              </a:ext>
            </a:extLst>
          </p:cNvPr>
          <p:cNvSpPr>
            <a:spLocks noGrp="1"/>
          </p:cNvSpPr>
          <p:nvPr/>
        </p:nvSpPr>
        <p:spPr>
          <a:xfrm>
            <a:off x="2667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CE3485-8EAF-435F-9336-4491550C48E2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70D069-5F50-4F55-A7D7-0A08C3CE8A35}"/>
              </a:ext>
            </a:extLst>
          </p:cNvPr>
          <p:cNvSpPr>
            <a:spLocks noGrp="1"/>
          </p:cNvSpPr>
          <p:nvPr/>
        </p:nvSpPr>
        <p:spPr>
          <a:xfrm>
            <a:off x="4953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6CE0E4-6182-4B9B-8528-A27946EE71C9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48774-408F-4570-9726-F8DB18FE74D9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38E7C3-920E-4FA1-A9A1-71DF1FB75C78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226C17-E509-465F-AC85-16BB01690C43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AE7F68-80BD-4203-9ED1-8C6F1710DB6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647000-3D97-45AF-9586-E338DCE28AAF}"/>
              </a:ext>
            </a:extLst>
          </p:cNvPr>
          <p:cNvSpPr>
            <a:spLocks noGrp="1"/>
          </p:cNvSpPr>
          <p:nvPr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C3295F-FBE7-4C95-B693-8CA281F686D7}"/>
              </a:ext>
            </a:extLst>
          </p:cNvPr>
          <p:cNvSpPr>
            <a:spLocks noGrp="1"/>
          </p:cNvSpPr>
          <p:nvPr/>
        </p:nvSpPr>
        <p:spPr>
          <a:xfrm>
            <a:off x="12954000" y="0"/>
            <a:ext cx="9525" cy="6858000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9EE2D3-7877-4E34-A718-16F4FACE6937}"/>
              </a:ext>
            </a:extLst>
          </p:cNvPr>
          <p:cNvSpPr>
            <a:spLocks noGrp="1"/>
          </p:cNvSpPr>
          <p:nvPr/>
        </p:nvSpPr>
        <p:spPr>
          <a:xfrm>
            <a:off x="0" y="38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56F59B-0DAB-4A58-8C46-C684C1DA9279}"/>
              </a:ext>
            </a:extLst>
          </p:cNvPr>
          <p:cNvSpPr>
            <a:spLocks noGrp="1"/>
          </p:cNvSpPr>
          <p:nvPr/>
        </p:nvSpPr>
        <p:spPr>
          <a:xfrm>
            <a:off x="0" y="133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7156CA-2A71-4A6A-8C17-F16B53DE910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20084D-8804-432D-97C0-E557A0A188AC}"/>
              </a:ext>
            </a:extLst>
          </p:cNvPr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C80582-6369-427F-B71C-223539866C4E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77CFB4-4B49-4857-AD67-9308703A500D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97FDEF-4F58-4513-B4A6-C49503AC7D6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B24D4E-23EB-47BB-8A5A-E067CBD485D7}"/>
              </a:ext>
            </a:extLst>
          </p:cNvPr>
          <p:cNvSpPr>
            <a:spLocks noGrp="1"/>
          </p:cNvSpPr>
          <p:nvPr/>
        </p:nvSpPr>
        <p:spPr>
          <a:xfrm>
            <a:off x="0" y="7048500"/>
            <a:ext cx="12192000" cy="9525"/>
          </a:xfrm>
          <a:prstGeom prst="rect">
            <a:avLst/>
          </a:prstGeom>
          <a:solidFill>
            <a:srgbClr val="E7EC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291BAA4-D1A9-4932-9CED-D0C84EA5E95B}"/>
              </a:ext>
            </a:extLst>
          </p:cNvPr>
          <p:cNvSpPr>
            <a:spLocks noGrp="1"/>
          </p:cNvSpPr>
          <p:nvPr/>
        </p:nvSpPr>
        <p:spPr>
          <a:xfrm>
            <a:off x="9334500" y="-1143000"/>
            <a:ext cx="4000500" cy="40005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CD97B5E0-A768-45FD-835F-C373213DBDBA}"/>
              </a:ext>
            </a:extLst>
          </p:cNvPr>
          <p:cNvSpPr>
            <a:spLocks noGrp="1"/>
          </p:cNvSpPr>
          <p:nvPr/>
        </p:nvSpPr>
        <p:spPr>
          <a:xfrm>
            <a:off x="-1428750" y="4476750"/>
            <a:ext cx="3429000" cy="342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5432E7-56BA-49C6-A810-91499D2C3D7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Conclusion And Next Steps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21B129-6316-4314-AEEF-0CA39A7A90D1}"/>
              </a:ext>
            </a:extLst>
          </p:cNvPr>
          <p:cNvSpPr>
            <a:spLocks noGrp="1"/>
          </p:cNvSpPr>
          <p:nvPr/>
        </p:nvSpPr>
        <p:spPr>
          <a:xfrm>
            <a:off x="628650" y="8191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From Java learning to an operational factory tool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3487B1-62EF-4BDD-99B4-D46561F8B8A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191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FC6EC42-C954-47EA-BB59-EEC565832D86}"/>
              </a:ext>
            </a:extLst>
          </p:cNvPr>
          <p:cNvSpPr>
            <a:spLocks noGrp="1"/>
          </p:cNvSpPr>
          <p:nvPr/>
        </p:nvSpPr>
        <p:spPr>
          <a:xfrm>
            <a:off x="1047750" y="1743075"/>
            <a:ext cx="85725" cy="85725"/>
          </a:xfrm>
          <a:prstGeom prst="ellipse">
            <a:avLst/>
          </a:prstGeom>
          <a:solidFill>
            <a:srgbClr val="1F6F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2F5F4FA-92F8-4B36-ACF3-5FD97DA8A5D5}"/>
              </a:ext>
            </a:extLst>
          </p:cNvPr>
          <p:cNvSpPr>
            <a:spLocks noGrp="1"/>
          </p:cNvSpPr>
          <p:nvPr/>
        </p:nvSpPr>
        <p:spPr>
          <a:xfrm>
            <a:off x="1238250" y="1666875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Built a complete Java Spring Boot web system, not only static pages.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DBBA44AE-1EB8-48B7-9F53-9D7396774F20}"/>
              </a:ext>
            </a:extLst>
          </p:cNvPr>
          <p:cNvSpPr>
            <a:spLocks noGrp="1"/>
          </p:cNvSpPr>
          <p:nvPr/>
        </p:nvSpPr>
        <p:spPr>
          <a:xfrm>
            <a:off x="1047750" y="2343150"/>
            <a:ext cx="85725" cy="85725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D98309-D631-4C52-9466-51B615861E33}"/>
              </a:ext>
            </a:extLst>
          </p:cNvPr>
          <p:cNvSpPr>
            <a:spLocks noGrp="1"/>
          </p:cNvSpPr>
          <p:nvPr/>
        </p:nvSpPr>
        <p:spPr>
          <a:xfrm>
            <a:off x="1238250" y="2266950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Connected engineering management needs with database design and permissions.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9A83D513-7067-4DF9-9FDA-F9EBB938C364}"/>
              </a:ext>
            </a:extLst>
          </p:cNvPr>
          <p:cNvSpPr>
            <a:spLocks noGrp="1"/>
          </p:cNvSpPr>
          <p:nvPr/>
        </p:nvSpPr>
        <p:spPr>
          <a:xfrm>
            <a:off x="1047750" y="294322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9D0A3A-8045-4A56-AF6E-C8A456DF388B}"/>
              </a:ext>
            </a:extLst>
          </p:cNvPr>
          <p:cNvSpPr>
            <a:spLocks noGrp="1"/>
          </p:cNvSpPr>
          <p:nvPr/>
        </p:nvSpPr>
        <p:spPr>
          <a:xfrm>
            <a:off x="1238250" y="2867025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Implemented traceability: who changed what, when, old value, new value.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749FF467-CB85-437C-8A1B-91745127A253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85725" cy="85725"/>
          </a:xfrm>
          <a:prstGeom prst="ellipse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BE8FCCF-6E84-4942-B627-F72C0F1847A6}"/>
              </a:ext>
            </a:extLst>
          </p:cNvPr>
          <p:cNvSpPr>
            <a:spLocks noGrp="1"/>
          </p:cNvSpPr>
          <p:nvPr/>
        </p:nvSpPr>
        <p:spPr>
          <a:xfrm>
            <a:off x="1238250" y="3467100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Verified system behavior through 47 automated tests.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7BAD059-25A4-41C3-B07B-6F2C8B842BB4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8763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2DE9BF-A8FA-4A16-B4A9-AA1E070F83C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Future: deletion audit, one-click handoff, backup/restore, Excel import, QR code lookup.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FE992C8-C311-4445-8D2E-8794B0888F5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Java Programming Graduation Project | Jig &amp; Toolings Management System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9179B4-F89D-4F57-BC1E-09479AF7AB0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86711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1047</Words>
  <Application>Microsoft Macintosh PowerPoint</Application>
  <DocSecurity>0</DocSecurity>
  <PresentationFormat>寬螢幕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JJ Wu (吳建忠)</cp:lastModifiedBy>
  <cp:revision>2</cp:revision>
  <dcterms:created xsi:type="dcterms:W3CDTF">2026-05-22T08:53:15Z</dcterms:created>
  <dcterms:modified xsi:type="dcterms:W3CDTF">2026-05-22T13:04:25Z</dcterms:modified>
</cp:coreProperties>
</file>